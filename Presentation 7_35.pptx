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70" r:id="rId5"/>
    <p:sldId id="288" r:id="rId6"/>
    <p:sldId id="259" r:id="rId7"/>
    <p:sldId id="260" r:id="rId8"/>
    <p:sldId id="261" r:id="rId9"/>
    <p:sldId id="262" r:id="rId10"/>
    <p:sldId id="263" r:id="rId11"/>
    <p:sldId id="264" r:id="rId12"/>
    <p:sldId id="272" r:id="rId13"/>
    <p:sldId id="273" r:id="rId14"/>
    <p:sldId id="271" r:id="rId15"/>
    <p:sldId id="274" r:id="rId16"/>
    <p:sldId id="275" r:id="rId17"/>
    <p:sldId id="281" r:id="rId18"/>
    <p:sldId id="276" r:id="rId19"/>
    <p:sldId id="265" r:id="rId20"/>
    <p:sldId id="279" r:id="rId21"/>
    <p:sldId id="278" r:id="rId22"/>
    <p:sldId id="282" r:id="rId23"/>
    <p:sldId id="283" r:id="rId24"/>
    <p:sldId id="284" r:id="rId25"/>
    <p:sldId id="285" r:id="rId26"/>
    <p:sldId id="286" r:id="rId27"/>
    <p:sldId id="287" r:id="rId28"/>
    <p:sldId id="277" r:id="rId29"/>
    <p:sldId id="289" r:id="rId30"/>
    <p:sldId id="290" r:id="rId31"/>
    <p:sldId id="266" r:id="rId32"/>
    <p:sldId id="267" r:id="rId33"/>
    <p:sldId id="26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9C8DC5-B86A-462E-AA96-DE7035B0BF69}">
          <p14:sldIdLst>
            <p14:sldId id="256"/>
            <p14:sldId id="257"/>
            <p14:sldId id="258"/>
            <p14:sldId id="270"/>
            <p14:sldId id="288"/>
            <p14:sldId id="259"/>
            <p14:sldId id="260"/>
            <p14:sldId id="261"/>
            <p14:sldId id="262"/>
            <p14:sldId id="263"/>
            <p14:sldId id="264"/>
            <p14:sldId id="272"/>
            <p14:sldId id="273"/>
            <p14:sldId id="271"/>
            <p14:sldId id="274"/>
            <p14:sldId id="275"/>
            <p14:sldId id="281"/>
            <p14:sldId id="276"/>
            <p14:sldId id="265"/>
            <p14:sldId id="279"/>
            <p14:sldId id="278"/>
            <p14:sldId id="282"/>
            <p14:sldId id="283"/>
            <p14:sldId id="284"/>
            <p14:sldId id="285"/>
            <p14:sldId id="286"/>
            <p14:sldId id="287"/>
            <p14:sldId id="277"/>
            <p14:sldId id="289"/>
            <p14:sldId id="290"/>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D6F41D-8A7D-42C4-BF6E-37CC9BCE5556}" v="44" dt="2026-04-07T04:27:12.7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94660"/>
  </p:normalViewPr>
  <p:slideViewPr>
    <p:cSldViewPr snapToGrid="0">
      <p:cViewPr varScale="1">
        <p:scale>
          <a:sx n="105" d="100"/>
          <a:sy n="105" d="100"/>
        </p:scale>
        <p:origin x="76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redla Bhuvan Kumar" userId="5fa10620b25825cd" providerId="LiveId" clId="{6498E71E-8154-43C9-B3C8-717E9B670B37}"/>
    <pc:docChg chg="undo redo custSel addSld delSld modSld sldOrd modSection">
      <pc:chgData name="Doredla Bhuvan Kumar" userId="5fa10620b25825cd" providerId="LiveId" clId="{6498E71E-8154-43C9-B3C8-717E9B670B37}" dt="2026-04-07T04:31:59.975" v="2033" actId="20577"/>
      <pc:docMkLst>
        <pc:docMk/>
      </pc:docMkLst>
      <pc:sldChg chg="modSp mod">
        <pc:chgData name="Doredla Bhuvan Kumar" userId="5fa10620b25825cd" providerId="LiveId" clId="{6498E71E-8154-43C9-B3C8-717E9B670B37}" dt="2026-03-30T10:08:04.953" v="1220" actId="20577"/>
        <pc:sldMkLst>
          <pc:docMk/>
          <pc:sldMk cId="2779657855" sldId="256"/>
        </pc:sldMkLst>
        <pc:graphicFrameChg chg="modGraphic">
          <ac:chgData name="Doredla Bhuvan Kumar" userId="5fa10620b25825cd" providerId="LiveId" clId="{6498E71E-8154-43C9-B3C8-717E9B670B37}" dt="2026-03-30T10:08:04.953" v="1220" actId="20577"/>
          <ac:graphicFrameMkLst>
            <pc:docMk/>
            <pc:sldMk cId="2779657855" sldId="256"/>
            <ac:graphicFrameMk id="9" creationId="{54E691FF-3D87-0F6F-556B-9B33C6A446A9}"/>
          </ac:graphicFrameMkLst>
        </pc:graphicFrameChg>
      </pc:sldChg>
      <pc:sldChg chg="modSp mod">
        <pc:chgData name="Doredla Bhuvan Kumar" userId="5fa10620b25825cd" providerId="LiveId" clId="{6498E71E-8154-43C9-B3C8-717E9B670B37}" dt="2026-04-07T04:31:59.975" v="2033" actId="20577"/>
        <pc:sldMkLst>
          <pc:docMk/>
          <pc:sldMk cId="603133546" sldId="257"/>
        </pc:sldMkLst>
        <pc:spChg chg="mod">
          <ac:chgData name="Doredla Bhuvan Kumar" userId="5fa10620b25825cd" providerId="LiveId" clId="{6498E71E-8154-43C9-B3C8-717E9B670B37}" dt="2026-04-07T04:31:59.975" v="2033" actId="20577"/>
          <ac:spMkLst>
            <pc:docMk/>
            <pc:sldMk cId="603133546" sldId="257"/>
            <ac:spMk id="9" creationId="{13F5F04C-AD19-7337-8C87-F03B1EFECFE9}"/>
          </ac:spMkLst>
        </pc:spChg>
      </pc:sldChg>
      <pc:sldChg chg="addSp delSp modSp mod">
        <pc:chgData name="Doredla Bhuvan Kumar" userId="5fa10620b25825cd" providerId="LiveId" clId="{6498E71E-8154-43C9-B3C8-717E9B670B37}" dt="2026-04-06T08:37:21.773" v="1539" actId="14100"/>
        <pc:sldMkLst>
          <pc:docMk/>
          <pc:sldMk cId="1960689071" sldId="258"/>
        </pc:sldMkLst>
        <pc:spChg chg="mod">
          <ac:chgData name="Doredla Bhuvan Kumar" userId="5fa10620b25825cd" providerId="LiveId" clId="{6498E71E-8154-43C9-B3C8-717E9B670B37}" dt="2026-03-30T07:36:46.102" v="133"/>
          <ac:spMkLst>
            <pc:docMk/>
            <pc:sldMk cId="1960689071" sldId="258"/>
            <ac:spMk id="2" creationId="{350A15CF-E191-3306-F75D-B3412770B075}"/>
          </ac:spMkLst>
        </pc:spChg>
        <pc:spChg chg="add">
          <ac:chgData name="Doredla Bhuvan Kumar" userId="5fa10620b25825cd" providerId="LiveId" clId="{6498E71E-8154-43C9-B3C8-717E9B670B37}" dt="2026-04-06T07:42:31.989" v="1245"/>
          <ac:spMkLst>
            <pc:docMk/>
            <pc:sldMk cId="1960689071" sldId="258"/>
            <ac:spMk id="4" creationId="{C9C0D3E1-051E-B283-F78F-7F683A3FDA4A}"/>
          </ac:spMkLst>
        </pc:spChg>
        <pc:spChg chg="add del mod">
          <ac:chgData name="Doredla Bhuvan Kumar" userId="5fa10620b25825cd" providerId="LiveId" clId="{6498E71E-8154-43C9-B3C8-717E9B670B37}" dt="2026-04-06T07:43:13.705" v="1249" actId="478"/>
          <ac:spMkLst>
            <pc:docMk/>
            <pc:sldMk cId="1960689071" sldId="258"/>
            <ac:spMk id="5" creationId="{42598BEC-ED28-CE18-3945-0B0423827112}"/>
          </ac:spMkLst>
        </pc:spChg>
        <pc:spChg chg="add mod">
          <ac:chgData name="Doredla Bhuvan Kumar" userId="5fa10620b25825cd" providerId="LiveId" clId="{6498E71E-8154-43C9-B3C8-717E9B670B37}" dt="2026-04-06T07:48:29.150" v="1259" actId="14100"/>
          <ac:spMkLst>
            <pc:docMk/>
            <pc:sldMk cId="1960689071" sldId="258"/>
            <ac:spMk id="6" creationId="{F50F5625-6CF8-0FF3-BBC7-675B1244EAF2}"/>
          </ac:spMkLst>
        </pc:spChg>
        <pc:spChg chg="del mod">
          <ac:chgData name="Doredla Bhuvan Kumar" userId="5fa10620b25825cd" providerId="LiveId" clId="{6498E71E-8154-43C9-B3C8-717E9B670B37}" dt="2026-04-06T07:42:44.344" v="1247"/>
          <ac:spMkLst>
            <pc:docMk/>
            <pc:sldMk cId="1960689071" sldId="258"/>
            <ac:spMk id="11" creationId="{71301FCE-2970-3B80-C1FE-E18EA4BC8039}"/>
          </ac:spMkLst>
        </pc:spChg>
        <pc:spChg chg="add mod">
          <ac:chgData name="Doredla Bhuvan Kumar" userId="5fa10620b25825cd" providerId="LiveId" clId="{6498E71E-8154-43C9-B3C8-717E9B670B37}" dt="2026-04-06T07:51:04.767" v="1271" actId="20577"/>
          <ac:spMkLst>
            <pc:docMk/>
            <pc:sldMk cId="1960689071" sldId="258"/>
            <ac:spMk id="12" creationId="{A5D2B33D-148B-73C0-2EF5-4023AF4A4BD1}"/>
          </ac:spMkLst>
        </pc:spChg>
        <pc:spChg chg="add mod">
          <ac:chgData name="Doredla Bhuvan Kumar" userId="5fa10620b25825cd" providerId="LiveId" clId="{6498E71E-8154-43C9-B3C8-717E9B670B37}" dt="2026-04-06T07:59:05.484" v="1316" actId="20577"/>
          <ac:spMkLst>
            <pc:docMk/>
            <pc:sldMk cId="1960689071" sldId="258"/>
            <ac:spMk id="16" creationId="{7215CAF1-367D-456F-A1DC-61B7A00ABA59}"/>
          </ac:spMkLst>
        </pc:spChg>
        <pc:picChg chg="add mod">
          <ac:chgData name="Doredla Bhuvan Kumar" userId="5fa10620b25825cd" providerId="LiveId" clId="{6498E71E-8154-43C9-B3C8-717E9B670B37}" dt="2026-04-06T08:37:21.773" v="1539" actId="14100"/>
          <ac:picMkLst>
            <pc:docMk/>
            <pc:sldMk cId="1960689071" sldId="258"/>
            <ac:picMk id="9" creationId="{76B3570D-089B-3C0D-A065-BB88580E0CE5}"/>
          </ac:picMkLst>
        </pc:picChg>
        <pc:picChg chg="add mod">
          <ac:chgData name="Doredla Bhuvan Kumar" userId="5fa10620b25825cd" providerId="LiveId" clId="{6498E71E-8154-43C9-B3C8-717E9B670B37}" dt="2026-04-06T07:52:09.247" v="1274" actId="1076"/>
          <ac:picMkLst>
            <pc:docMk/>
            <pc:sldMk cId="1960689071" sldId="258"/>
            <ac:picMk id="14" creationId="{128CB9A3-3AEA-C9C9-6C9C-1901F2047732}"/>
          </ac:picMkLst>
        </pc:picChg>
      </pc:sldChg>
      <pc:sldChg chg="modSp mod">
        <pc:chgData name="Doredla Bhuvan Kumar" userId="5fa10620b25825cd" providerId="LiveId" clId="{6498E71E-8154-43C9-B3C8-717E9B670B37}" dt="2026-03-30T07:36:55.828" v="134"/>
        <pc:sldMkLst>
          <pc:docMk/>
          <pc:sldMk cId="679567162" sldId="259"/>
        </pc:sldMkLst>
        <pc:spChg chg="mod">
          <ac:chgData name="Doredla Bhuvan Kumar" userId="5fa10620b25825cd" providerId="LiveId" clId="{6498E71E-8154-43C9-B3C8-717E9B670B37}" dt="2026-03-30T07:36:55.828" v="134"/>
          <ac:spMkLst>
            <pc:docMk/>
            <pc:sldMk cId="679567162" sldId="259"/>
            <ac:spMk id="2" creationId="{9634DDCD-AF30-16C7-491C-A9FB11B74462}"/>
          </ac:spMkLst>
        </pc:spChg>
        <pc:spChg chg="mod">
          <ac:chgData name="Doredla Bhuvan Kumar" userId="5fa10620b25825cd" providerId="LiveId" clId="{6498E71E-8154-43C9-B3C8-717E9B670B37}" dt="2026-03-30T07:33:58.159" v="100" actId="20577"/>
          <ac:spMkLst>
            <pc:docMk/>
            <pc:sldMk cId="679567162" sldId="259"/>
            <ac:spMk id="5" creationId="{3834E47F-D906-BF43-FEBF-DCDB19F5F589}"/>
          </ac:spMkLst>
        </pc:spChg>
      </pc:sldChg>
      <pc:sldChg chg="modSp mod">
        <pc:chgData name="Doredla Bhuvan Kumar" userId="5fa10620b25825cd" providerId="LiveId" clId="{6498E71E-8154-43C9-B3C8-717E9B670B37}" dt="2026-03-30T07:34:05.401" v="102" actId="20577"/>
        <pc:sldMkLst>
          <pc:docMk/>
          <pc:sldMk cId="1655071417" sldId="260"/>
        </pc:sldMkLst>
        <pc:spChg chg="mod">
          <ac:chgData name="Doredla Bhuvan Kumar" userId="5fa10620b25825cd" providerId="LiveId" clId="{6498E71E-8154-43C9-B3C8-717E9B670B37}" dt="2026-03-30T07:34:05.401" v="102" actId="20577"/>
          <ac:spMkLst>
            <pc:docMk/>
            <pc:sldMk cId="1655071417" sldId="260"/>
            <ac:spMk id="5" creationId="{95E4309C-F5B4-75E1-8443-29B0A4B254D2}"/>
          </ac:spMkLst>
        </pc:spChg>
      </pc:sldChg>
      <pc:sldChg chg="modSp mod">
        <pc:chgData name="Doredla Bhuvan Kumar" userId="5fa10620b25825cd" providerId="LiveId" clId="{6498E71E-8154-43C9-B3C8-717E9B670B37}" dt="2026-03-30T07:34:15.172" v="106" actId="20577"/>
        <pc:sldMkLst>
          <pc:docMk/>
          <pc:sldMk cId="3895777439" sldId="261"/>
        </pc:sldMkLst>
        <pc:spChg chg="mod">
          <ac:chgData name="Doredla Bhuvan Kumar" userId="5fa10620b25825cd" providerId="LiveId" clId="{6498E71E-8154-43C9-B3C8-717E9B670B37}" dt="2026-03-30T07:34:15.172" v="106" actId="20577"/>
          <ac:spMkLst>
            <pc:docMk/>
            <pc:sldMk cId="3895777439" sldId="261"/>
            <ac:spMk id="4" creationId="{FB23CD32-B3D5-9C2E-C660-06E88DB94192}"/>
          </ac:spMkLst>
        </pc:spChg>
      </pc:sldChg>
      <pc:sldChg chg="addSp modSp mod">
        <pc:chgData name="Doredla Bhuvan Kumar" userId="5fa10620b25825cd" providerId="LiveId" clId="{6498E71E-8154-43C9-B3C8-717E9B670B37}" dt="2026-04-07T03:43:29.653" v="1832" actId="6549"/>
        <pc:sldMkLst>
          <pc:docMk/>
          <pc:sldMk cId="1675321095" sldId="262"/>
        </pc:sldMkLst>
        <pc:spChg chg="mod">
          <ac:chgData name="Doredla Bhuvan Kumar" userId="5fa10620b25825cd" providerId="LiveId" clId="{6498E71E-8154-43C9-B3C8-717E9B670B37}" dt="2026-04-06T08:17:20.380" v="1442" actId="123"/>
          <ac:spMkLst>
            <pc:docMk/>
            <pc:sldMk cId="1675321095" sldId="262"/>
            <ac:spMk id="3" creationId="{14B20B15-DFCB-E739-FA43-98F77525CCF0}"/>
          </ac:spMkLst>
        </pc:spChg>
        <pc:spChg chg="add">
          <ac:chgData name="Doredla Bhuvan Kumar" userId="5fa10620b25825cd" providerId="LiveId" clId="{6498E71E-8154-43C9-B3C8-717E9B670B37}" dt="2026-04-06T08:15:05.714" v="1390"/>
          <ac:spMkLst>
            <pc:docMk/>
            <pc:sldMk cId="1675321095" sldId="262"/>
            <ac:spMk id="4" creationId="{2648121E-73C2-B644-428F-39526AE07180}"/>
          </ac:spMkLst>
        </pc:spChg>
        <pc:spChg chg="mod">
          <ac:chgData name="Doredla Bhuvan Kumar" userId="5fa10620b25825cd" providerId="LiveId" clId="{6498E71E-8154-43C9-B3C8-717E9B670B37}" dt="2026-03-30T07:34:27.450" v="108" actId="20577"/>
          <ac:spMkLst>
            <pc:docMk/>
            <pc:sldMk cId="1675321095" sldId="262"/>
            <ac:spMk id="5" creationId="{E9ADEE4E-6924-B598-919E-EA5EB57443CA}"/>
          </ac:spMkLst>
        </pc:spChg>
        <pc:spChg chg="add mod">
          <ac:chgData name="Doredla Bhuvan Kumar" userId="5fa10620b25825cd" providerId="LiveId" clId="{6498E71E-8154-43C9-B3C8-717E9B670B37}" dt="2026-04-07T03:43:29.653" v="1832" actId="6549"/>
          <ac:spMkLst>
            <pc:docMk/>
            <pc:sldMk cId="1675321095" sldId="262"/>
            <ac:spMk id="6" creationId="{C9D1C6E4-FAB3-D000-0748-4E1ABB9BC76A}"/>
          </ac:spMkLst>
        </pc:spChg>
        <pc:spChg chg="mod">
          <ac:chgData name="Doredla Bhuvan Kumar" userId="5fa10620b25825cd" providerId="LiveId" clId="{6498E71E-8154-43C9-B3C8-717E9B670B37}" dt="2026-04-06T08:15:48.403" v="1428" actId="14100"/>
          <ac:spMkLst>
            <pc:docMk/>
            <pc:sldMk cId="1675321095" sldId="262"/>
            <ac:spMk id="7" creationId="{159F3D4A-2EAD-7231-5A7C-5FAEB00FD207}"/>
          </ac:spMkLst>
        </pc:spChg>
      </pc:sldChg>
      <pc:sldChg chg="modSp mod">
        <pc:chgData name="Doredla Bhuvan Kumar" userId="5fa10620b25825cd" providerId="LiveId" clId="{6498E71E-8154-43C9-B3C8-717E9B670B37}" dt="2026-03-30T07:37:12.739" v="136"/>
        <pc:sldMkLst>
          <pc:docMk/>
          <pc:sldMk cId="839095467" sldId="263"/>
        </pc:sldMkLst>
        <pc:spChg chg="mod">
          <ac:chgData name="Doredla Bhuvan Kumar" userId="5fa10620b25825cd" providerId="LiveId" clId="{6498E71E-8154-43C9-B3C8-717E9B670B37}" dt="2026-03-30T07:34:40.598" v="111" actId="20577"/>
          <ac:spMkLst>
            <pc:docMk/>
            <pc:sldMk cId="839095467" sldId="263"/>
            <ac:spMk id="3" creationId="{012E13E2-2B0F-ECE3-CFD0-2F763816F8B9}"/>
          </ac:spMkLst>
        </pc:spChg>
        <pc:spChg chg="mod">
          <ac:chgData name="Doredla Bhuvan Kumar" userId="5fa10620b25825cd" providerId="LiveId" clId="{6498E71E-8154-43C9-B3C8-717E9B670B37}" dt="2026-03-30T07:36:26.651" v="132" actId="1076"/>
          <ac:spMkLst>
            <pc:docMk/>
            <pc:sldMk cId="839095467" sldId="263"/>
            <ac:spMk id="4" creationId="{E0CBCF55-A2A0-0AE9-E461-DA32FCE943DA}"/>
          </ac:spMkLst>
        </pc:spChg>
        <pc:spChg chg="mod">
          <ac:chgData name="Doredla Bhuvan Kumar" userId="5fa10620b25825cd" providerId="LiveId" clId="{6498E71E-8154-43C9-B3C8-717E9B670B37}" dt="2026-03-30T07:37:12.739" v="136"/>
          <ac:spMkLst>
            <pc:docMk/>
            <pc:sldMk cId="839095467" sldId="263"/>
            <ac:spMk id="5" creationId="{AED034DB-C35F-5839-DCA7-A25E94FC9667}"/>
          </ac:spMkLst>
        </pc:spChg>
      </pc:sldChg>
      <pc:sldChg chg="modSp mod">
        <pc:chgData name="Doredla Bhuvan Kumar" userId="5fa10620b25825cd" providerId="LiveId" clId="{6498E71E-8154-43C9-B3C8-717E9B670B37}" dt="2026-03-30T07:37:19.999" v="137"/>
        <pc:sldMkLst>
          <pc:docMk/>
          <pc:sldMk cId="1012594768" sldId="264"/>
        </pc:sldMkLst>
        <pc:spChg chg="mod">
          <ac:chgData name="Doredla Bhuvan Kumar" userId="5fa10620b25825cd" providerId="LiveId" clId="{6498E71E-8154-43C9-B3C8-717E9B670B37}" dt="2026-03-30T07:37:19.999" v="137"/>
          <ac:spMkLst>
            <pc:docMk/>
            <pc:sldMk cId="1012594768" sldId="264"/>
            <ac:spMk id="3" creationId="{E247D63E-4BBF-3AEF-AAF0-6C44DE1C0F6D}"/>
          </ac:spMkLst>
        </pc:spChg>
        <pc:spChg chg="mod">
          <ac:chgData name="Doredla Bhuvan Kumar" userId="5fa10620b25825cd" providerId="LiveId" clId="{6498E71E-8154-43C9-B3C8-717E9B670B37}" dt="2026-03-30T07:34:49.359" v="113" actId="20577"/>
          <ac:spMkLst>
            <pc:docMk/>
            <pc:sldMk cId="1012594768" sldId="264"/>
            <ac:spMk id="4" creationId="{A663FD17-71ED-7DC6-9F9A-37F24F4E19BF}"/>
          </ac:spMkLst>
        </pc:spChg>
        <pc:spChg chg="mod">
          <ac:chgData name="Doredla Bhuvan Kumar" userId="5fa10620b25825cd" providerId="LiveId" clId="{6498E71E-8154-43C9-B3C8-717E9B670B37}" dt="2026-03-30T07:35:45.207" v="124" actId="1076"/>
          <ac:spMkLst>
            <pc:docMk/>
            <pc:sldMk cId="1012594768" sldId="264"/>
            <ac:spMk id="5" creationId="{53385B02-72A0-934F-7D16-10CBE95A288B}"/>
          </ac:spMkLst>
        </pc:spChg>
      </pc:sldChg>
      <pc:sldChg chg="modSp mod">
        <pc:chgData name="Doredla Bhuvan Kumar" userId="5fa10620b25825cd" providerId="LiveId" clId="{6498E71E-8154-43C9-B3C8-717E9B670B37}" dt="2026-03-30T08:00:41.832" v="267"/>
        <pc:sldMkLst>
          <pc:docMk/>
          <pc:sldMk cId="3777730146" sldId="265"/>
        </pc:sldMkLst>
        <pc:spChg chg="mod">
          <ac:chgData name="Doredla Bhuvan Kumar" userId="5fa10620b25825cd" providerId="LiveId" clId="{6498E71E-8154-43C9-B3C8-717E9B670B37}" dt="2026-03-30T07:47:45.612" v="247" actId="20577"/>
          <ac:spMkLst>
            <pc:docMk/>
            <pc:sldMk cId="3777730146" sldId="265"/>
            <ac:spMk id="3" creationId="{E0B6D164-9B60-5006-370E-490A57B7FEF2}"/>
          </ac:spMkLst>
        </pc:spChg>
        <pc:spChg chg="mod">
          <ac:chgData name="Doredla Bhuvan Kumar" userId="5fa10620b25825cd" providerId="LiveId" clId="{6498E71E-8154-43C9-B3C8-717E9B670B37}" dt="2026-03-30T08:00:41.832" v="267"/>
          <ac:spMkLst>
            <pc:docMk/>
            <pc:sldMk cId="3777730146" sldId="265"/>
            <ac:spMk id="5" creationId="{5B83AF72-2357-E704-DAAC-079FE8A2CECE}"/>
          </ac:spMkLst>
        </pc:spChg>
      </pc:sldChg>
      <pc:sldChg chg="modSp mod">
        <pc:chgData name="Doredla Bhuvan Kumar" userId="5fa10620b25825cd" providerId="LiveId" clId="{6498E71E-8154-43C9-B3C8-717E9B670B37}" dt="2026-04-07T04:29:04.558" v="1953" actId="20577"/>
        <pc:sldMkLst>
          <pc:docMk/>
          <pc:sldMk cId="1604343179" sldId="266"/>
        </pc:sldMkLst>
        <pc:spChg chg="mod">
          <ac:chgData name="Doredla Bhuvan Kumar" userId="5fa10620b25825cd" providerId="LiveId" clId="{6498E71E-8154-43C9-B3C8-717E9B670B37}" dt="2026-04-07T04:29:04.558" v="1953" actId="20577"/>
          <ac:spMkLst>
            <pc:docMk/>
            <pc:sldMk cId="1604343179" sldId="266"/>
            <ac:spMk id="5" creationId="{EAC7BE00-25C0-CA27-63A5-C2DCA65CC2BC}"/>
          </ac:spMkLst>
        </pc:spChg>
      </pc:sldChg>
      <pc:sldChg chg="modSp mod">
        <pc:chgData name="Doredla Bhuvan Kumar" userId="5fa10620b25825cd" providerId="LiveId" clId="{6498E71E-8154-43C9-B3C8-717E9B670B37}" dt="2026-04-07T04:29:11.792" v="1955" actId="20577"/>
        <pc:sldMkLst>
          <pc:docMk/>
          <pc:sldMk cId="905912608" sldId="267"/>
        </pc:sldMkLst>
        <pc:spChg chg="mod">
          <ac:chgData name="Doredla Bhuvan Kumar" userId="5fa10620b25825cd" providerId="LiveId" clId="{6498E71E-8154-43C9-B3C8-717E9B670B37}" dt="2026-04-07T04:29:11.792" v="1955" actId="20577"/>
          <ac:spMkLst>
            <pc:docMk/>
            <pc:sldMk cId="905912608" sldId="267"/>
            <ac:spMk id="5" creationId="{BB39C1CB-C6A6-0FD4-347E-C4FF46858934}"/>
          </ac:spMkLst>
        </pc:spChg>
      </pc:sldChg>
      <pc:sldChg chg="modSp mod">
        <pc:chgData name="Doredla Bhuvan Kumar" userId="5fa10620b25825cd" providerId="LiveId" clId="{6498E71E-8154-43C9-B3C8-717E9B670B37}" dt="2026-04-07T04:29:20.621" v="1957" actId="20577"/>
        <pc:sldMkLst>
          <pc:docMk/>
          <pc:sldMk cId="2882537429" sldId="268"/>
        </pc:sldMkLst>
        <pc:spChg chg="mod">
          <ac:chgData name="Doredla Bhuvan Kumar" userId="5fa10620b25825cd" providerId="LiveId" clId="{6498E71E-8154-43C9-B3C8-717E9B670B37}" dt="2026-04-07T04:29:20.621" v="1957" actId="20577"/>
          <ac:spMkLst>
            <pc:docMk/>
            <pc:sldMk cId="2882537429" sldId="268"/>
            <ac:spMk id="2" creationId="{65E853BE-9ADC-FED7-6169-E4F816D802F4}"/>
          </ac:spMkLst>
        </pc:spChg>
      </pc:sldChg>
      <pc:sldChg chg="addSp delSp modSp mod">
        <pc:chgData name="Doredla Bhuvan Kumar" userId="5fa10620b25825cd" providerId="LiveId" clId="{6498E71E-8154-43C9-B3C8-717E9B670B37}" dt="2026-04-06T09:28:38.157" v="1830" actId="255"/>
        <pc:sldMkLst>
          <pc:docMk/>
          <pc:sldMk cId="3645564122" sldId="270"/>
        </pc:sldMkLst>
        <pc:spChg chg="add del mod">
          <ac:chgData name="Doredla Bhuvan Kumar" userId="5fa10620b25825cd" providerId="LiveId" clId="{6498E71E-8154-43C9-B3C8-717E9B670B37}" dt="2026-04-06T07:55:45.060" v="1291" actId="478"/>
          <ac:spMkLst>
            <pc:docMk/>
            <pc:sldMk cId="3645564122" sldId="270"/>
            <ac:spMk id="2" creationId="{ADF21CD8-C6B6-4FD0-EF5B-4320A7BDD488}"/>
          </ac:spMkLst>
        </pc:spChg>
        <pc:spChg chg="add mod">
          <ac:chgData name="Doredla Bhuvan Kumar" userId="5fa10620b25825cd" providerId="LiveId" clId="{6498E71E-8154-43C9-B3C8-717E9B670B37}" dt="2026-04-06T09:28:38.157" v="1830" actId="255"/>
          <ac:spMkLst>
            <pc:docMk/>
            <pc:sldMk cId="3645564122" sldId="270"/>
            <ac:spMk id="3" creationId="{F7D36370-1EE4-5ABB-804E-4F262D6D61AA}"/>
          </ac:spMkLst>
        </pc:spChg>
        <pc:spChg chg="mod">
          <ac:chgData name="Doredla Bhuvan Kumar" userId="5fa10620b25825cd" providerId="LiveId" clId="{6498E71E-8154-43C9-B3C8-717E9B670B37}" dt="2026-03-30T07:27:28.852" v="82" actId="14100"/>
          <ac:spMkLst>
            <pc:docMk/>
            <pc:sldMk cId="3645564122" sldId="270"/>
            <ac:spMk id="5" creationId="{36E66CAE-6178-B3D9-74BD-03729CAD103E}"/>
          </ac:spMkLst>
        </pc:spChg>
        <pc:spChg chg="del mod">
          <ac:chgData name="Doredla Bhuvan Kumar" userId="5fa10620b25825cd" providerId="LiveId" clId="{6498E71E-8154-43C9-B3C8-717E9B670B37}" dt="2026-04-06T07:55:17.490" v="1289"/>
          <ac:spMkLst>
            <pc:docMk/>
            <pc:sldMk cId="3645564122" sldId="270"/>
            <ac:spMk id="8" creationId="{8912B8BB-E9B5-710F-0087-B196F92C1450}"/>
          </ac:spMkLst>
        </pc:spChg>
        <pc:spChg chg="add mod">
          <ac:chgData name="Doredla Bhuvan Kumar" userId="5fa10620b25825cd" providerId="LiveId" clId="{6498E71E-8154-43C9-B3C8-717E9B670B37}" dt="2026-04-06T09:27:36.397" v="1821" actId="14100"/>
          <ac:spMkLst>
            <pc:docMk/>
            <pc:sldMk cId="3645564122" sldId="270"/>
            <ac:spMk id="11" creationId="{4DDCAFA2-659C-E0F3-DB2D-E3B3A1248110}"/>
          </ac:spMkLst>
        </pc:spChg>
        <pc:spChg chg="add">
          <ac:chgData name="Doredla Bhuvan Kumar" userId="5fa10620b25825cd" providerId="LiveId" clId="{6498E71E-8154-43C9-B3C8-717E9B670B37}" dt="2026-04-06T08:07:37.262" v="1319"/>
          <ac:spMkLst>
            <pc:docMk/>
            <pc:sldMk cId="3645564122" sldId="270"/>
            <ac:spMk id="12" creationId="{092ADDF4-E1E2-F806-0B85-578249520D4E}"/>
          </ac:spMkLst>
        </pc:spChg>
        <pc:picChg chg="add mod">
          <ac:chgData name="Doredla Bhuvan Kumar" userId="5fa10620b25825cd" providerId="LiveId" clId="{6498E71E-8154-43C9-B3C8-717E9B670B37}" dt="2026-04-06T09:27:31.706" v="1820" actId="14100"/>
          <ac:picMkLst>
            <pc:docMk/>
            <pc:sldMk cId="3645564122" sldId="270"/>
            <ac:picMk id="7" creationId="{CD5A67F8-C05C-ACB0-C71B-EBC7DB1EA2AA}"/>
          </ac:picMkLst>
        </pc:picChg>
      </pc:sldChg>
      <pc:sldChg chg="modSp mod">
        <pc:chgData name="Doredla Bhuvan Kumar" userId="5fa10620b25825cd" providerId="LiveId" clId="{6498E71E-8154-43C9-B3C8-717E9B670B37}" dt="2026-04-06T06:22:03.618" v="1242" actId="20577"/>
        <pc:sldMkLst>
          <pc:docMk/>
          <pc:sldMk cId="1431236433" sldId="271"/>
        </pc:sldMkLst>
        <pc:spChg chg="mod">
          <ac:chgData name="Doredla Bhuvan Kumar" userId="5fa10620b25825cd" providerId="LiveId" clId="{6498E71E-8154-43C9-B3C8-717E9B670B37}" dt="2026-03-30T07:45:35.285" v="213" actId="20577"/>
          <ac:spMkLst>
            <pc:docMk/>
            <pc:sldMk cId="1431236433" sldId="271"/>
            <ac:spMk id="2" creationId="{BD84E130-9D3C-795F-7EB2-AE3E3EC36236}"/>
          </ac:spMkLst>
        </pc:spChg>
        <pc:spChg chg="mod">
          <ac:chgData name="Doredla Bhuvan Kumar" userId="5fa10620b25825cd" providerId="LiveId" clId="{6498E71E-8154-43C9-B3C8-717E9B670B37}" dt="2026-04-06T06:22:03.618" v="1242" actId="20577"/>
          <ac:spMkLst>
            <pc:docMk/>
            <pc:sldMk cId="1431236433" sldId="271"/>
            <ac:spMk id="5" creationId="{7C4C6165-AD2B-C454-301D-BB53E24E3288}"/>
          </ac:spMkLst>
        </pc:spChg>
      </pc:sldChg>
      <pc:sldChg chg="addSp delSp modSp mod">
        <pc:chgData name="Doredla Bhuvan Kumar" userId="5fa10620b25825cd" providerId="LiveId" clId="{6498E71E-8154-43C9-B3C8-717E9B670B37}" dt="2026-03-30T07:45:18.819" v="209" actId="20577"/>
        <pc:sldMkLst>
          <pc:docMk/>
          <pc:sldMk cId="2127328711" sldId="272"/>
        </pc:sldMkLst>
        <pc:spChg chg="mod">
          <ac:chgData name="Doredla Bhuvan Kumar" userId="5fa10620b25825cd" providerId="LiveId" clId="{6498E71E-8154-43C9-B3C8-717E9B670B37}" dt="2026-03-30T07:45:18.819" v="209" actId="20577"/>
          <ac:spMkLst>
            <pc:docMk/>
            <pc:sldMk cId="2127328711" sldId="272"/>
            <ac:spMk id="7" creationId="{80800D42-3AA7-62FA-22F1-A2261D9A638D}"/>
          </ac:spMkLst>
        </pc:spChg>
        <pc:picChg chg="add mod">
          <ac:chgData name="Doredla Bhuvan Kumar" userId="5fa10620b25825cd" providerId="LiveId" clId="{6498E71E-8154-43C9-B3C8-717E9B670B37}" dt="2026-03-30T07:37:39.618" v="139" actId="931"/>
          <ac:picMkLst>
            <pc:docMk/>
            <pc:sldMk cId="2127328711" sldId="272"/>
            <ac:picMk id="4" creationId="{6BB25609-3617-9CC0-810A-E006E2713FE3}"/>
          </ac:picMkLst>
        </pc:picChg>
      </pc:sldChg>
      <pc:sldChg chg="modSp mod">
        <pc:chgData name="Doredla Bhuvan Kumar" userId="5fa10620b25825cd" providerId="LiveId" clId="{6498E71E-8154-43C9-B3C8-717E9B670B37}" dt="2026-03-30T07:45:26.772" v="211" actId="20577"/>
        <pc:sldMkLst>
          <pc:docMk/>
          <pc:sldMk cId="1139688595" sldId="273"/>
        </pc:sldMkLst>
        <pc:spChg chg="mod">
          <ac:chgData name="Doredla Bhuvan Kumar" userId="5fa10620b25825cd" providerId="LiveId" clId="{6498E71E-8154-43C9-B3C8-717E9B670B37}" dt="2026-03-30T07:45:26.772" v="211" actId="20577"/>
          <ac:spMkLst>
            <pc:docMk/>
            <pc:sldMk cId="1139688595" sldId="273"/>
            <ac:spMk id="3" creationId="{BBDAE775-97B5-359E-40D6-0AB57AA1B0DF}"/>
          </ac:spMkLst>
        </pc:spChg>
      </pc:sldChg>
      <pc:sldChg chg="modSp mod ord">
        <pc:chgData name="Doredla Bhuvan Kumar" userId="5fa10620b25825cd" providerId="LiveId" clId="{6498E71E-8154-43C9-B3C8-717E9B670B37}" dt="2026-04-06T04:47:11.451" v="1231" actId="20578"/>
        <pc:sldMkLst>
          <pc:docMk/>
          <pc:sldMk cId="849402333" sldId="274"/>
        </pc:sldMkLst>
        <pc:spChg chg="mod">
          <ac:chgData name="Doredla Bhuvan Kumar" userId="5fa10620b25825cd" providerId="LiveId" clId="{6498E71E-8154-43C9-B3C8-717E9B670B37}" dt="2026-03-30T07:45:02.038" v="207" actId="20577"/>
          <ac:spMkLst>
            <pc:docMk/>
            <pc:sldMk cId="849402333" sldId="274"/>
            <ac:spMk id="2" creationId="{2F7372B0-D5F7-59C8-F8EF-655ABE0B7168}"/>
          </ac:spMkLst>
        </pc:spChg>
        <pc:spChg chg="mod">
          <ac:chgData name="Doredla Bhuvan Kumar" userId="5fa10620b25825cd" providerId="LiveId" clId="{6498E71E-8154-43C9-B3C8-717E9B670B37}" dt="2026-03-30T07:41:14.007" v="157" actId="6549"/>
          <ac:spMkLst>
            <pc:docMk/>
            <pc:sldMk cId="849402333" sldId="274"/>
            <ac:spMk id="4" creationId="{9E831632-FB02-90D7-E33A-73C21F3ECD3C}"/>
          </ac:spMkLst>
        </pc:spChg>
      </pc:sldChg>
      <pc:sldChg chg="modSp mod">
        <pc:chgData name="Doredla Bhuvan Kumar" userId="5fa10620b25825cd" providerId="LiveId" clId="{6498E71E-8154-43C9-B3C8-717E9B670B37}" dt="2026-03-30T07:44:52.904" v="205" actId="20577"/>
        <pc:sldMkLst>
          <pc:docMk/>
          <pc:sldMk cId="1128644239" sldId="275"/>
        </pc:sldMkLst>
        <pc:spChg chg="mod">
          <ac:chgData name="Doredla Bhuvan Kumar" userId="5fa10620b25825cd" providerId="LiveId" clId="{6498E71E-8154-43C9-B3C8-717E9B670B37}" dt="2026-03-30T07:43:52.298" v="189" actId="404"/>
          <ac:spMkLst>
            <pc:docMk/>
            <pc:sldMk cId="1128644239" sldId="275"/>
            <ac:spMk id="3" creationId="{A75106C3-4B42-1EF0-ACBA-98688370EA15}"/>
          </ac:spMkLst>
        </pc:spChg>
        <pc:spChg chg="mod">
          <ac:chgData name="Doredla Bhuvan Kumar" userId="5fa10620b25825cd" providerId="LiveId" clId="{6498E71E-8154-43C9-B3C8-717E9B670B37}" dt="2026-03-30T07:44:52.904" v="205" actId="20577"/>
          <ac:spMkLst>
            <pc:docMk/>
            <pc:sldMk cId="1128644239" sldId="275"/>
            <ac:spMk id="4" creationId="{B1814AED-E37C-8120-72EC-20DB952902B2}"/>
          </ac:spMkLst>
        </pc:spChg>
      </pc:sldChg>
      <pc:sldChg chg="modSp mod">
        <pc:chgData name="Doredla Bhuvan Kumar" userId="5fa10620b25825cd" providerId="LiveId" clId="{6498E71E-8154-43C9-B3C8-717E9B670B37}" dt="2026-03-30T08:00:57.663" v="269" actId="20577"/>
        <pc:sldMkLst>
          <pc:docMk/>
          <pc:sldMk cId="3455998287" sldId="276"/>
        </pc:sldMkLst>
        <pc:spChg chg="mod">
          <ac:chgData name="Doredla Bhuvan Kumar" userId="5fa10620b25825cd" providerId="LiveId" clId="{6498E71E-8154-43C9-B3C8-717E9B670B37}" dt="2026-03-30T07:47:37.593" v="245" actId="20577"/>
          <ac:spMkLst>
            <pc:docMk/>
            <pc:sldMk cId="3455998287" sldId="276"/>
            <ac:spMk id="4" creationId="{5D69CF1B-BFDF-1144-45A6-D8CA350C69F7}"/>
          </ac:spMkLst>
        </pc:spChg>
        <pc:spChg chg="mod">
          <ac:chgData name="Doredla Bhuvan Kumar" userId="5fa10620b25825cd" providerId="LiveId" clId="{6498E71E-8154-43C9-B3C8-717E9B670B37}" dt="2026-03-30T08:00:57.663" v="269" actId="20577"/>
          <ac:spMkLst>
            <pc:docMk/>
            <pc:sldMk cId="3455998287" sldId="276"/>
            <ac:spMk id="6" creationId="{CDD31548-83E9-E38E-573B-65CFD602DA26}"/>
          </ac:spMkLst>
        </pc:spChg>
        <pc:spChg chg="mod">
          <ac:chgData name="Doredla Bhuvan Kumar" userId="5fa10620b25825cd" providerId="LiveId" clId="{6498E71E-8154-43C9-B3C8-717E9B670B37}" dt="2026-03-30T07:47:21.703" v="243" actId="14100"/>
          <ac:spMkLst>
            <pc:docMk/>
            <pc:sldMk cId="3455998287" sldId="276"/>
            <ac:spMk id="10" creationId="{74AF3EEB-380F-0437-D479-8AE25E4A1399}"/>
          </ac:spMkLst>
        </pc:spChg>
      </pc:sldChg>
      <pc:sldChg chg="modSp mod ord">
        <pc:chgData name="Doredla Bhuvan Kumar" userId="5fa10620b25825cd" providerId="LiveId" clId="{6498E71E-8154-43C9-B3C8-717E9B670B37}" dt="2026-03-30T10:06:35.609" v="1204" actId="20577"/>
        <pc:sldMkLst>
          <pc:docMk/>
          <pc:sldMk cId="2129683147" sldId="277"/>
        </pc:sldMkLst>
        <pc:spChg chg="mod">
          <ac:chgData name="Doredla Bhuvan Kumar" userId="5fa10620b25825cd" providerId="LiveId" clId="{6498E71E-8154-43C9-B3C8-717E9B670B37}" dt="2026-03-30T10:06:35.609" v="1204" actId="20577"/>
          <ac:spMkLst>
            <pc:docMk/>
            <pc:sldMk cId="2129683147" sldId="277"/>
            <ac:spMk id="4" creationId="{1B59F287-38FA-725B-0718-D7E49D8CA415}"/>
          </ac:spMkLst>
        </pc:spChg>
        <pc:spChg chg="mod">
          <ac:chgData name="Doredla Bhuvan Kumar" userId="5fa10620b25825cd" providerId="LiveId" clId="{6498E71E-8154-43C9-B3C8-717E9B670B37}" dt="2026-03-30T08:01:24.453" v="270"/>
          <ac:spMkLst>
            <pc:docMk/>
            <pc:sldMk cId="2129683147" sldId="277"/>
            <ac:spMk id="6" creationId="{4AE09938-7E64-ACCE-ABB1-D6BF5E917EE7}"/>
          </ac:spMkLst>
        </pc:spChg>
      </pc:sldChg>
      <pc:sldChg chg="addSp delSp modSp mod">
        <pc:chgData name="Doredla Bhuvan Kumar" userId="5fa10620b25825cd" providerId="LiveId" clId="{6498E71E-8154-43C9-B3C8-717E9B670B37}" dt="2026-03-30T08:34:20.079" v="626" actId="20577"/>
        <pc:sldMkLst>
          <pc:docMk/>
          <pc:sldMk cId="2431629820" sldId="278"/>
        </pc:sldMkLst>
        <pc:spChg chg="mod">
          <ac:chgData name="Doredla Bhuvan Kumar" userId="5fa10620b25825cd" providerId="LiveId" clId="{6498E71E-8154-43C9-B3C8-717E9B670B37}" dt="2026-03-30T08:14:40.830" v="351" actId="20577"/>
          <ac:spMkLst>
            <pc:docMk/>
            <pc:sldMk cId="2431629820" sldId="278"/>
            <ac:spMk id="4" creationId="{55386C1C-85F5-3D42-A757-792E4FD0E1B1}"/>
          </ac:spMkLst>
        </pc:spChg>
        <pc:spChg chg="add mod">
          <ac:chgData name="Doredla Bhuvan Kumar" userId="5fa10620b25825cd" providerId="LiveId" clId="{6498E71E-8154-43C9-B3C8-717E9B670B37}" dt="2026-03-30T08:17:22.589" v="369"/>
          <ac:spMkLst>
            <pc:docMk/>
            <pc:sldMk cId="2431629820" sldId="278"/>
            <ac:spMk id="9" creationId="{E98BD0B6-0078-9C8A-058A-2972DF830EA7}"/>
          </ac:spMkLst>
        </pc:spChg>
        <pc:graphicFrameChg chg="modGraphic">
          <ac:chgData name="Doredla Bhuvan Kumar" userId="5fa10620b25825cd" providerId="LiveId" clId="{6498E71E-8154-43C9-B3C8-717E9B670B37}" dt="2026-03-30T08:34:20.079" v="626" actId="20577"/>
          <ac:graphicFrameMkLst>
            <pc:docMk/>
            <pc:sldMk cId="2431629820" sldId="278"/>
            <ac:graphicFrameMk id="11" creationId="{6D26827C-4BAE-6620-A537-D9739DE6D09E}"/>
          </ac:graphicFrameMkLst>
        </pc:graphicFrameChg>
      </pc:sldChg>
      <pc:sldChg chg="addSp delSp modSp mod ord">
        <pc:chgData name="Doredla Bhuvan Kumar" userId="5fa10620b25825cd" providerId="LiveId" clId="{6498E71E-8154-43C9-B3C8-717E9B670B37}" dt="2026-03-30T08:25:10.891" v="390"/>
        <pc:sldMkLst>
          <pc:docMk/>
          <pc:sldMk cId="2798115900" sldId="279"/>
        </pc:sldMkLst>
        <pc:spChg chg="mod">
          <ac:chgData name="Doredla Bhuvan Kumar" userId="5fa10620b25825cd" providerId="LiveId" clId="{6498E71E-8154-43C9-B3C8-717E9B670B37}" dt="2026-03-30T08:14:48.775" v="353" actId="20577"/>
          <ac:spMkLst>
            <pc:docMk/>
            <pc:sldMk cId="2798115900" sldId="279"/>
            <ac:spMk id="4" creationId="{8D210EE0-8BC7-1BEE-68CD-B68C37C2B584}"/>
          </ac:spMkLst>
        </pc:spChg>
        <pc:spChg chg="add mod">
          <ac:chgData name="Doredla Bhuvan Kumar" userId="5fa10620b25825cd" providerId="LiveId" clId="{6498E71E-8154-43C9-B3C8-717E9B670B37}" dt="2026-03-30T08:25:10.891" v="390"/>
          <ac:spMkLst>
            <pc:docMk/>
            <pc:sldMk cId="2798115900" sldId="279"/>
            <ac:spMk id="5" creationId="{BB8C405D-9EA7-3675-F136-61915A529D4F}"/>
          </ac:spMkLst>
        </pc:spChg>
        <pc:spChg chg="add mod">
          <ac:chgData name="Doredla Bhuvan Kumar" userId="5fa10620b25825cd" providerId="LiveId" clId="{6498E71E-8154-43C9-B3C8-717E9B670B37}" dt="2026-03-30T08:17:05.595" v="367"/>
          <ac:spMkLst>
            <pc:docMk/>
            <pc:sldMk cId="2798115900" sldId="279"/>
            <ac:spMk id="7" creationId="{2B8E6D7B-C805-4463-D5C4-B56F4F36A599}"/>
          </ac:spMkLst>
        </pc:spChg>
        <pc:spChg chg="mod">
          <ac:chgData name="Doredla Bhuvan Kumar" userId="5fa10620b25825cd" providerId="LiveId" clId="{6498E71E-8154-43C9-B3C8-717E9B670B37}" dt="2026-03-30T08:11:54.941" v="280" actId="1076"/>
          <ac:spMkLst>
            <pc:docMk/>
            <pc:sldMk cId="2798115900" sldId="279"/>
            <ac:spMk id="10" creationId="{5AD8F1B8-F5B4-D024-863C-9CEC8E32048D}"/>
          </ac:spMkLst>
        </pc:spChg>
        <pc:spChg chg="mod">
          <ac:chgData name="Doredla Bhuvan Kumar" userId="5fa10620b25825cd" providerId="LiveId" clId="{6498E71E-8154-43C9-B3C8-717E9B670B37}" dt="2026-03-30T08:12:08.096" v="283" actId="1076"/>
          <ac:spMkLst>
            <pc:docMk/>
            <pc:sldMk cId="2798115900" sldId="279"/>
            <ac:spMk id="11" creationId="{BF5F544C-2D42-862E-64A7-C9B545E31C10}"/>
          </ac:spMkLst>
        </pc:spChg>
        <pc:picChg chg="mod">
          <ac:chgData name="Doredla Bhuvan Kumar" userId="5fa10620b25825cd" providerId="LiveId" clId="{6498E71E-8154-43C9-B3C8-717E9B670B37}" dt="2026-03-30T08:12:17.396" v="285" actId="1076"/>
          <ac:picMkLst>
            <pc:docMk/>
            <pc:sldMk cId="2798115900" sldId="279"/>
            <ac:picMk id="6" creationId="{556FD2AC-9E0C-1B4D-4533-2BD3A37F4F9E}"/>
          </ac:picMkLst>
        </pc:picChg>
        <pc:picChg chg="mod">
          <ac:chgData name="Doredla Bhuvan Kumar" userId="5fa10620b25825cd" providerId="LiveId" clId="{6498E71E-8154-43C9-B3C8-717E9B670B37}" dt="2026-03-30T08:12:01.503" v="282" actId="1076"/>
          <ac:picMkLst>
            <pc:docMk/>
            <pc:sldMk cId="2798115900" sldId="279"/>
            <ac:picMk id="8" creationId="{8E8E94CB-C8F4-1D33-F270-ED01EB3FDF18}"/>
          </ac:picMkLst>
        </pc:picChg>
      </pc:sldChg>
      <pc:sldChg chg="addSp delSp modSp new del mod">
        <pc:chgData name="Doredla Bhuvan Kumar" userId="5fa10620b25825cd" providerId="LiveId" clId="{6498E71E-8154-43C9-B3C8-717E9B670B37}" dt="2026-04-06T08:12:58.557" v="1387" actId="47"/>
        <pc:sldMkLst>
          <pc:docMk/>
          <pc:sldMk cId="1321366316" sldId="280"/>
        </pc:sldMkLst>
      </pc:sldChg>
      <pc:sldChg chg="addSp delSp modSp new mod">
        <pc:chgData name="Doredla Bhuvan Kumar" userId="5fa10620b25825cd" providerId="LiveId" clId="{6498E71E-8154-43C9-B3C8-717E9B670B37}" dt="2026-03-30T07:46:10.828" v="219" actId="404"/>
        <pc:sldMkLst>
          <pc:docMk/>
          <pc:sldMk cId="3008866412" sldId="281"/>
        </pc:sldMkLst>
        <pc:spChg chg="mod">
          <ac:chgData name="Doredla Bhuvan Kumar" userId="5fa10620b25825cd" providerId="LiveId" clId="{6498E71E-8154-43C9-B3C8-717E9B670B37}" dt="2026-03-30T07:46:10.828" v="219" actId="404"/>
          <ac:spMkLst>
            <pc:docMk/>
            <pc:sldMk cId="3008866412" sldId="281"/>
            <ac:spMk id="3" creationId="{49C973E9-CAB8-3360-E906-18BF2AFEAC9A}"/>
          </ac:spMkLst>
        </pc:spChg>
        <pc:spChg chg="mod">
          <ac:chgData name="Doredla Bhuvan Kumar" userId="5fa10620b25825cd" providerId="LiveId" clId="{6498E71E-8154-43C9-B3C8-717E9B670B37}" dt="2026-03-30T07:44:43.075" v="203" actId="20577"/>
          <ac:spMkLst>
            <pc:docMk/>
            <pc:sldMk cId="3008866412" sldId="281"/>
            <ac:spMk id="4" creationId="{72EC9EEE-C514-F377-7ECD-CAC1BDD84E4E}"/>
          </ac:spMkLst>
        </pc:spChg>
        <pc:spChg chg="add mod">
          <ac:chgData name="Doredla Bhuvan Kumar" userId="5fa10620b25825cd" providerId="LiveId" clId="{6498E71E-8154-43C9-B3C8-717E9B670B37}" dt="2026-03-30T07:44:27.812" v="199" actId="27636"/>
          <ac:spMkLst>
            <pc:docMk/>
            <pc:sldMk cId="3008866412" sldId="281"/>
            <ac:spMk id="5" creationId="{5FA864DA-CD66-8523-9A8A-DEBAC23A61E2}"/>
          </ac:spMkLst>
        </pc:spChg>
        <pc:spChg chg="add mod">
          <ac:chgData name="Doredla Bhuvan Kumar" userId="5fa10620b25825cd" providerId="LiveId" clId="{6498E71E-8154-43C9-B3C8-717E9B670B37}" dt="2026-03-30T07:45:46.873" v="214"/>
          <ac:spMkLst>
            <pc:docMk/>
            <pc:sldMk cId="3008866412" sldId="281"/>
            <ac:spMk id="6" creationId="{E829B313-180B-E13B-F30B-5DBD43E1EDFE}"/>
          </ac:spMkLst>
        </pc:spChg>
      </pc:sldChg>
      <pc:sldChg chg="addSp delSp modSp new mod">
        <pc:chgData name="Doredla Bhuvan Kumar" userId="5fa10620b25825cd" providerId="LiveId" clId="{6498E71E-8154-43C9-B3C8-717E9B670B37}" dt="2026-03-30T08:34:01.980" v="618" actId="20577"/>
        <pc:sldMkLst>
          <pc:docMk/>
          <pc:sldMk cId="352859805" sldId="282"/>
        </pc:sldMkLst>
        <pc:spChg chg="mod">
          <ac:chgData name="Doredla Bhuvan Kumar" userId="5fa10620b25825cd" providerId="LiveId" clId="{6498E71E-8154-43C9-B3C8-717E9B670B37}" dt="2026-03-30T08:17:53.668" v="377" actId="20577"/>
          <ac:spMkLst>
            <pc:docMk/>
            <pc:sldMk cId="352859805" sldId="282"/>
            <ac:spMk id="4" creationId="{836697EF-59DB-D08D-CF04-BF40A37C9903}"/>
          </ac:spMkLst>
        </pc:spChg>
        <pc:spChg chg="add mod">
          <ac:chgData name="Doredla Bhuvan Kumar" userId="5fa10620b25825cd" providerId="LiveId" clId="{6498E71E-8154-43C9-B3C8-717E9B670B37}" dt="2026-03-30T08:17:36.576" v="372"/>
          <ac:spMkLst>
            <pc:docMk/>
            <pc:sldMk cId="352859805" sldId="282"/>
            <ac:spMk id="5" creationId="{FEEF5A3C-333F-24F2-2D48-DA2A7204F69E}"/>
          </ac:spMkLst>
        </pc:spChg>
        <pc:spChg chg="add mod">
          <ac:chgData name="Doredla Bhuvan Kumar" userId="5fa10620b25825cd" providerId="LiveId" clId="{6498E71E-8154-43C9-B3C8-717E9B670B37}" dt="2026-03-30T08:18:07.105" v="378"/>
          <ac:spMkLst>
            <pc:docMk/>
            <pc:sldMk cId="352859805" sldId="282"/>
            <ac:spMk id="6" creationId="{71C092E1-C8BC-8031-4942-4AA1620625DC}"/>
          </ac:spMkLst>
        </pc:spChg>
        <pc:spChg chg="add mod">
          <ac:chgData name="Doredla Bhuvan Kumar" userId="5fa10620b25825cd" providerId="LiveId" clId="{6498E71E-8154-43C9-B3C8-717E9B670B37}" dt="2026-03-30T08:24:31.553" v="388" actId="1076"/>
          <ac:spMkLst>
            <pc:docMk/>
            <pc:sldMk cId="352859805" sldId="282"/>
            <ac:spMk id="9" creationId="{B6E70648-584A-A8C8-DB5F-51D4E71B3CC9}"/>
          </ac:spMkLst>
        </pc:spChg>
        <pc:spChg chg="add mod">
          <ac:chgData name="Doredla Bhuvan Kumar" userId="5fa10620b25825cd" providerId="LiveId" clId="{6498E71E-8154-43C9-B3C8-717E9B670B37}" dt="2026-03-30T08:34:01.980" v="618" actId="20577"/>
          <ac:spMkLst>
            <pc:docMk/>
            <pc:sldMk cId="352859805" sldId="282"/>
            <ac:spMk id="11" creationId="{425FDFD7-2B20-54C2-F3E7-F4124B846668}"/>
          </ac:spMkLst>
        </pc:spChg>
        <pc:picChg chg="add mod">
          <ac:chgData name="Doredla Bhuvan Kumar" userId="5fa10620b25825cd" providerId="LiveId" clId="{6498E71E-8154-43C9-B3C8-717E9B670B37}" dt="2026-03-30T08:23:56.359" v="381" actId="1076"/>
          <ac:picMkLst>
            <pc:docMk/>
            <pc:sldMk cId="352859805" sldId="282"/>
            <ac:picMk id="7" creationId="{A4904259-31AF-3F23-D79A-77EFE9632EC8}"/>
          </ac:picMkLst>
        </pc:picChg>
      </pc:sldChg>
      <pc:sldChg chg="addSp delSp modSp new mod">
        <pc:chgData name="Doredla Bhuvan Kumar" userId="5fa10620b25825cd" providerId="LiveId" clId="{6498E71E-8154-43C9-B3C8-717E9B670B37}" dt="2026-03-30T09:44:43.427" v="897" actId="20577"/>
        <pc:sldMkLst>
          <pc:docMk/>
          <pc:sldMk cId="4024165228" sldId="283"/>
        </pc:sldMkLst>
        <pc:spChg chg="mod">
          <ac:chgData name="Doredla Bhuvan Kumar" userId="5fa10620b25825cd" providerId="LiveId" clId="{6498E71E-8154-43C9-B3C8-717E9B670B37}" dt="2026-03-30T09:23:50.775" v="633" actId="20577"/>
          <ac:spMkLst>
            <pc:docMk/>
            <pc:sldMk cId="4024165228" sldId="283"/>
            <ac:spMk id="4" creationId="{0F835DC8-1E45-D901-0B4E-815EC3EA9A81}"/>
          </ac:spMkLst>
        </pc:spChg>
        <pc:spChg chg="add mod">
          <ac:chgData name="Doredla Bhuvan Kumar" userId="5fa10620b25825cd" providerId="LiveId" clId="{6498E71E-8154-43C9-B3C8-717E9B670B37}" dt="2026-03-30T09:23:38.156" v="629"/>
          <ac:spMkLst>
            <pc:docMk/>
            <pc:sldMk cId="4024165228" sldId="283"/>
            <ac:spMk id="5" creationId="{861D63B7-D7BB-C74E-2E9C-DD55202E87BD}"/>
          </ac:spMkLst>
        </pc:spChg>
        <pc:spChg chg="add mod">
          <ac:chgData name="Doredla Bhuvan Kumar" userId="5fa10620b25825cd" providerId="LiveId" clId="{6498E71E-8154-43C9-B3C8-717E9B670B37}" dt="2026-03-30T09:24:01.545" v="634"/>
          <ac:spMkLst>
            <pc:docMk/>
            <pc:sldMk cId="4024165228" sldId="283"/>
            <ac:spMk id="6" creationId="{8EEE6D3E-7345-07CC-3B4B-C24DA440F33B}"/>
          </ac:spMkLst>
        </pc:spChg>
        <pc:graphicFrameChg chg="add mod modGraphic">
          <ac:chgData name="Doredla Bhuvan Kumar" userId="5fa10620b25825cd" providerId="LiveId" clId="{6498E71E-8154-43C9-B3C8-717E9B670B37}" dt="2026-03-30T09:44:43.427" v="897" actId="20577"/>
          <ac:graphicFrameMkLst>
            <pc:docMk/>
            <pc:sldMk cId="4024165228" sldId="283"/>
            <ac:graphicFrameMk id="7" creationId="{0072D5E0-C80C-8B5F-98B3-E2BA5D7C710C}"/>
          </ac:graphicFrameMkLst>
        </pc:graphicFrameChg>
      </pc:sldChg>
      <pc:sldChg chg="addSp delSp modSp new mod">
        <pc:chgData name="Doredla Bhuvan Kumar" userId="5fa10620b25825cd" providerId="LiveId" clId="{6498E71E-8154-43C9-B3C8-717E9B670B37}" dt="2026-03-30T09:55:14.196" v="973" actId="1076"/>
        <pc:sldMkLst>
          <pc:docMk/>
          <pc:sldMk cId="997250754" sldId="284"/>
        </pc:sldMkLst>
        <pc:spChg chg="mod">
          <ac:chgData name="Doredla Bhuvan Kumar" userId="5fa10620b25825cd" providerId="LiveId" clId="{6498E71E-8154-43C9-B3C8-717E9B670B37}" dt="2026-03-30T09:49:24.981" v="916" actId="20577"/>
          <ac:spMkLst>
            <pc:docMk/>
            <pc:sldMk cId="997250754" sldId="284"/>
            <ac:spMk id="4" creationId="{608BBF2A-A2C4-9BCE-F8F1-88E886B3BD1E}"/>
          </ac:spMkLst>
        </pc:spChg>
        <pc:spChg chg="add mod">
          <ac:chgData name="Doredla Bhuvan Kumar" userId="5fa10620b25825cd" providerId="LiveId" clId="{6498E71E-8154-43C9-B3C8-717E9B670B37}" dt="2026-03-30T09:49:16.164" v="913" actId="12"/>
          <ac:spMkLst>
            <pc:docMk/>
            <pc:sldMk cId="997250754" sldId="284"/>
            <ac:spMk id="5" creationId="{24DA4EBE-3FDA-0D25-C3F5-AB9BEA57E6AD}"/>
          </ac:spMkLst>
        </pc:spChg>
        <pc:spChg chg="add mod">
          <ac:chgData name="Doredla Bhuvan Kumar" userId="5fa10620b25825cd" providerId="LiveId" clId="{6498E71E-8154-43C9-B3C8-717E9B670B37}" dt="2026-03-30T09:49:35.040" v="917"/>
          <ac:spMkLst>
            <pc:docMk/>
            <pc:sldMk cId="997250754" sldId="284"/>
            <ac:spMk id="6" creationId="{4104CDB8-5D55-DF33-0917-3BE6842300CF}"/>
          </ac:spMkLst>
        </pc:spChg>
        <pc:spChg chg="add mod">
          <ac:chgData name="Doredla Bhuvan Kumar" userId="5fa10620b25825cd" providerId="LiveId" clId="{6498E71E-8154-43C9-B3C8-717E9B670B37}" dt="2026-03-30T09:55:14.196" v="973" actId="1076"/>
          <ac:spMkLst>
            <pc:docMk/>
            <pc:sldMk cId="997250754" sldId="284"/>
            <ac:spMk id="11" creationId="{0A4979CF-83E2-72ED-8945-208353DFFEF1}"/>
          </ac:spMkLst>
        </pc:spChg>
        <pc:picChg chg="add mod">
          <ac:chgData name="Doredla Bhuvan Kumar" userId="5fa10620b25825cd" providerId="LiveId" clId="{6498E71E-8154-43C9-B3C8-717E9B670B37}" dt="2026-03-30T09:55:01.857" v="971" actId="1076"/>
          <ac:picMkLst>
            <pc:docMk/>
            <pc:sldMk cId="997250754" sldId="284"/>
            <ac:picMk id="10" creationId="{B18624FC-A1F8-A2A4-EC3B-C18E298D0F29}"/>
          </ac:picMkLst>
        </pc:picChg>
      </pc:sldChg>
      <pc:sldChg chg="addSp delSp modSp new mod">
        <pc:chgData name="Doredla Bhuvan Kumar" userId="5fa10620b25825cd" providerId="LiveId" clId="{6498E71E-8154-43C9-B3C8-717E9B670B37}" dt="2026-04-06T04:29:53.656" v="1228" actId="20577"/>
        <pc:sldMkLst>
          <pc:docMk/>
          <pc:sldMk cId="2790591487" sldId="285"/>
        </pc:sldMkLst>
        <pc:spChg chg="mod">
          <ac:chgData name="Doredla Bhuvan Kumar" userId="5fa10620b25825cd" providerId="LiveId" clId="{6498E71E-8154-43C9-B3C8-717E9B670B37}" dt="2026-03-30T09:55:55.927" v="979" actId="20577"/>
          <ac:spMkLst>
            <pc:docMk/>
            <pc:sldMk cId="2790591487" sldId="285"/>
            <ac:spMk id="4" creationId="{52D45AC3-20FC-C162-D832-174D2DABF2E1}"/>
          </ac:spMkLst>
        </pc:spChg>
        <pc:spChg chg="add mod">
          <ac:chgData name="Doredla Bhuvan Kumar" userId="5fa10620b25825cd" providerId="LiveId" clId="{6498E71E-8154-43C9-B3C8-717E9B670B37}" dt="2026-03-30T09:55:48.707" v="976"/>
          <ac:spMkLst>
            <pc:docMk/>
            <pc:sldMk cId="2790591487" sldId="285"/>
            <ac:spMk id="5" creationId="{A5A8F4D2-8DA2-CA8D-8519-4B4A9FDFDBBF}"/>
          </ac:spMkLst>
        </pc:spChg>
        <pc:spChg chg="add mod">
          <ac:chgData name="Doredla Bhuvan Kumar" userId="5fa10620b25825cd" providerId="LiveId" clId="{6498E71E-8154-43C9-B3C8-717E9B670B37}" dt="2026-03-30T09:56:04.493" v="980"/>
          <ac:spMkLst>
            <pc:docMk/>
            <pc:sldMk cId="2790591487" sldId="285"/>
            <ac:spMk id="6" creationId="{C4F12758-971C-E6CC-9BF9-3643CBDB1AA2}"/>
          </ac:spMkLst>
        </pc:spChg>
        <pc:spChg chg="add mod">
          <ac:chgData name="Doredla Bhuvan Kumar" userId="5fa10620b25825cd" providerId="LiveId" clId="{6498E71E-8154-43C9-B3C8-717E9B670B37}" dt="2026-04-06T04:29:53.656" v="1228" actId="20577"/>
          <ac:spMkLst>
            <pc:docMk/>
            <pc:sldMk cId="2790591487" sldId="285"/>
            <ac:spMk id="11" creationId="{2E8E889F-7935-44C7-0D55-21A2A3190E31}"/>
          </ac:spMkLst>
        </pc:spChg>
        <pc:picChg chg="add mod">
          <ac:chgData name="Doredla Bhuvan Kumar" userId="5fa10620b25825cd" providerId="LiveId" clId="{6498E71E-8154-43C9-B3C8-717E9B670B37}" dt="2026-03-30T09:58:30.735" v="987" actId="14100"/>
          <ac:picMkLst>
            <pc:docMk/>
            <pc:sldMk cId="2790591487" sldId="285"/>
            <ac:picMk id="10" creationId="{A5DF4AF4-34E9-7634-137B-6AEE4EFA2DB5}"/>
          </ac:picMkLst>
        </pc:picChg>
      </pc:sldChg>
      <pc:sldChg chg="addSp delSp modSp new mod">
        <pc:chgData name="Doredla Bhuvan Kumar" userId="5fa10620b25825cd" providerId="LiveId" clId="{6498E71E-8154-43C9-B3C8-717E9B670B37}" dt="2026-03-30T10:02:52.214" v="1111" actId="113"/>
        <pc:sldMkLst>
          <pc:docMk/>
          <pc:sldMk cId="2732214836" sldId="286"/>
        </pc:sldMkLst>
        <pc:spChg chg="mod">
          <ac:chgData name="Doredla Bhuvan Kumar" userId="5fa10620b25825cd" providerId="LiveId" clId="{6498E71E-8154-43C9-B3C8-717E9B670B37}" dt="2026-03-30T10:00:15.580" v="1074" actId="20577"/>
          <ac:spMkLst>
            <pc:docMk/>
            <pc:sldMk cId="2732214836" sldId="286"/>
            <ac:spMk id="4" creationId="{CC896600-9A28-6272-F155-BC5C4A7F6E93}"/>
          </ac:spMkLst>
        </pc:spChg>
        <pc:spChg chg="add mod">
          <ac:chgData name="Doredla Bhuvan Kumar" userId="5fa10620b25825cd" providerId="LiveId" clId="{6498E71E-8154-43C9-B3C8-717E9B670B37}" dt="2026-03-30T10:00:22.653" v="1075"/>
          <ac:spMkLst>
            <pc:docMk/>
            <pc:sldMk cId="2732214836" sldId="286"/>
            <ac:spMk id="5" creationId="{E5950848-9A3A-0C12-C32D-EC13E761731E}"/>
          </ac:spMkLst>
        </pc:spChg>
        <pc:spChg chg="add mod">
          <ac:chgData name="Doredla Bhuvan Kumar" userId="5fa10620b25825cd" providerId="LiveId" clId="{6498E71E-8154-43C9-B3C8-717E9B670B37}" dt="2026-03-30T10:00:50.369" v="1076"/>
          <ac:spMkLst>
            <pc:docMk/>
            <pc:sldMk cId="2732214836" sldId="286"/>
            <ac:spMk id="6" creationId="{CA39E35F-6958-695D-B464-7DF67659EBC9}"/>
          </ac:spMkLst>
        </pc:spChg>
        <pc:spChg chg="add mod">
          <ac:chgData name="Doredla Bhuvan Kumar" userId="5fa10620b25825cd" providerId="LiveId" clId="{6498E71E-8154-43C9-B3C8-717E9B670B37}" dt="2026-03-30T10:02:52.214" v="1111" actId="113"/>
          <ac:spMkLst>
            <pc:docMk/>
            <pc:sldMk cId="2732214836" sldId="286"/>
            <ac:spMk id="9" creationId="{5EAC187D-7CAA-3395-E2EA-C01464A1B776}"/>
          </ac:spMkLst>
        </pc:spChg>
        <pc:picChg chg="add mod">
          <ac:chgData name="Doredla Bhuvan Kumar" userId="5fa10620b25825cd" providerId="LiveId" clId="{6498E71E-8154-43C9-B3C8-717E9B670B37}" dt="2026-03-30T10:01:53.251" v="1080" actId="1076"/>
          <ac:picMkLst>
            <pc:docMk/>
            <pc:sldMk cId="2732214836" sldId="286"/>
            <ac:picMk id="8" creationId="{FE5D0679-74E5-DE76-9415-C4974748D2BC}"/>
          </ac:picMkLst>
        </pc:picChg>
      </pc:sldChg>
      <pc:sldChg chg="addSp delSp modSp new mod">
        <pc:chgData name="Doredla Bhuvan Kumar" userId="5fa10620b25825cd" providerId="LiveId" clId="{6498E71E-8154-43C9-B3C8-717E9B670B37}" dt="2026-03-30T10:06:17.215" v="1202" actId="113"/>
        <pc:sldMkLst>
          <pc:docMk/>
          <pc:sldMk cId="1794720519" sldId="287"/>
        </pc:sldMkLst>
        <pc:spChg chg="mod">
          <ac:chgData name="Doredla Bhuvan Kumar" userId="5fa10620b25825cd" providerId="LiveId" clId="{6498E71E-8154-43C9-B3C8-717E9B670B37}" dt="2026-03-30T10:03:06.576" v="1116" actId="20577"/>
          <ac:spMkLst>
            <pc:docMk/>
            <pc:sldMk cId="1794720519" sldId="287"/>
            <ac:spMk id="4" creationId="{B19EBCC1-0060-F7F7-AD87-EA2AE072E214}"/>
          </ac:spMkLst>
        </pc:spChg>
        <pc:spChg chg="add mod">
          <ac:chgData name="Doredla Bhuvan Kumar" userId="5fa10620b25825cd" providerId="LiveId" clId="{6498E71E-8154-43C9-B3C8-717E9B670B37}" dt="2026-03-30T10:03:13.463" v="1117"/>
          <ac:spMkLst>
            <pc:docMk/>
            <pc:sldMk cId="1794720519" sldId="287"/>
            <ac:spMk id="5" creationId="{A5A24C0A-1E93-0DC4-A33A-5317B7BB0A12}"/>
          </ac:spMkLst>
        </pc:spChg>
        <pc:spChg chg="add mod">
          <ac:chgData name="Doredla Bhuvan Kumar" userId="5fa10620b25825cd" providerId="LiveId" clId="{6498E71E-8154-43C9-B3C8-717E9B670B37}" dt="2026-03-30T10:05:02.088" v="1125"/>
          <ac:spMkLst>
            <pc:docMk/>
            <pc:sldMk cId="1794720519" sldId="287"/>
            <ac:spMk id="8" creationId="{27E51F9E-A2A7-71CF-2AAE-6F4FAECA9E4D}"/>
          </ac:spMkLst>
        </pc:spChg>
        <pc:spChg chg="add mod">
          <ac:chgData name="Doredla Bhuvan Kumar" userId="5fa10620b25825cd" providerId="LiveId" clId="{6498E71E-8154-43C9-B3C8-717E9B670B37}" dt="2026-03-30T10:06:17.215" v="1202" actId="113"/>
          <ac:spMkLst>
            <pc:docMk/>
            <pc:sldMk cId="1794720519" sldId="287"/>
            <ac:spMk id="9" creationId="{0CC7C6ED-CAD0-4466-846D-B024E0C1B456}"/>
          </ac:spMkLst>
        </pc:spChg>
        <pc:picChg chg="add mod">
          <ac:chgData name="Doredla Bhuvan Kumar" userId="5fa10620b25825cd" providerId="LiveId" clId="{6498E71E-8154-43C9-B3C8-717E9B670B37}" dt="2026-03-30T10:04:36.668" v="1124" actId="14100"/>
          <ac:picMkLst>
            <pc:docMk/>
            <pc:sldMk cId="1794720519" sldId="287"/>
            <ac:picMk id="7" creationId="{96F86CF2-51B0-5803-8895-DDA6989D7841}"/>
          </ac:picMkLst>
        </pc:picChg>
      </pc:sldChg>
      <pc:sldChg chg="new del">
        <pc:chgData name="Doredla Bhuvan Kumar" userId="5fa10620b25825cd" providerId="LiveId" clId="{6498E71E-8154-43C9-B3C8-717E9B670B37}" dt="2026-04-06T08:35:19.652" v="1448" actId="47"/>
        <pc:sldMkLst>
          <pc:docMk/>
          <pc:sldMk cId="341518283" sldId="288"/>
        </pc:sldMkLst>
      </pc:sldChg>
      <pc:sldChg chg="addSp delSp modSp new del mod">
        <pc:chgData name="Doredla Bhuvan Kumar" userId="5fa10620b25825cd" providerId="LiveId" clId="{6498E71E-8154-43C9-B3C8-717E9B670B37}" dt="2026-04-06T08:12:58.510" v="1386" actId="47"/>
        <pc:sldMkLst>
          <pc:docMk/>
          <pc:sldMk cId="476951613" sldId="288"/>
        </pc:sldMkLst>
        <pc:spChg chg="del mod">
          <ac:chgData name="Doredla Bhuvan Kumar" userId="5fa10620b25825cd" providerId="LiveId" clId="{6498E71E-8154-43C9-B3C8-717E9B670B37}" dt="2026-04-06T08:07:46.337" v="1322"/>
          <ac:spMkLst>
            <pc:docMk/>
            <pc:sldMk cId="476951613" sldId="288"/>
            <ac:spMk id="3" creationId="{00B00ED6-50C4-56A8-A2B1-690D980F75D2}"/>
          </ac:spMkLst>
        </pc:spChg>
        <pc:spChg chg="add mod">
          <ac:chgData name="Doredla Bhuvan Kumar" userId="5fa10620b25825cd" providerId="LiveId" clId="{6498E71E-8154-43C9-B3C8-717E9B670B37}" dt="2026-04-06T08:07:46.337" v="1322"/>
          <ac:spMkLst>
            <pc:docMk/>
            <pc:sldMk cId="476951613" sldId="288"/>
            <ac:spMk id="5" creationId="{DA4396AB-A4D6-5F61-2571-664240A55717}"/>
          </ac:spMkLst>
        </pc:spChg>
      </pc:sldChg>
      <pc:sldChg chg="addSp delSp modSp new mod">
        <pc:chgData name="Doredla Bhuvan Kumar" userId="5fa10620b25825cd" providerId="LiveId" clId="{6498E71E-8154-43C9-B3C8-717E9B670B37}" dt="2026-04-06T09:17:55.005" v="1807" actId="20577"/>
        <pc:sldMkLst>
          <pc:docMk/>
          <pc:sldMk cId="1577601617" sldId="288"/>
        </pc:sldMkLst>
        <pc:spChg chg="del">
          <ac:chgData name="Doredla Bhuvan Kumar" userId="5fa10620b25825cd" providerId="LiveId" clId="{6498E71E-8154-43C9-B3C8-717E9B670B37}" dt="2026-04-06T09:05:29.430" v="1542" actId="478"/>
          <ac:spMkLst>
            <pc:docMk/>
            <pc:sldMk cId="1577601617" sldId="288"/>
            <ac:spMk id="2" creationId="{C41B8108-353B-8946-5BAC-5FD97E0E6D15}"/>
          </ac:spMkLst>
        </pc:spChg>
        <pc:spChg chg="del">
          <ac:chgData name="Doredla Bhuvan Kumar" userId="5fa10620b25825cd" providerId="LiveId" clId="{6498E71E-8154-43C9-B3C8-717E9B670B37}" dt="2026-04-06T09:05:31.956" v="1543" actId="478"/>
          <ac:spMkLst>
            <pc:docMk/>
            <pc:sldMk cId="1577601617" sldId="288"/>
            <ac:spMk id="3" creationId="{FF0087E7-CBA0-3EF7-D766-5D20F196289C}"/>
          </ac:spMkLst>
        </pc:spChg>
        <pc:spChg chg="mod">
          <ac:chgData name="Doredla Bhuvan Kumar" userId="5fa10620b25825cd" providerId="LiveId" clId="{6498E71E-8154-43C9-B3C8-717E9B670B37}" dt="2026-04-06T09:06:15.575" v="1547" actId="20577"/>
          <ac:spMkLst>
            <pc:docMk/>
            <pc:sldMk cId="1577601617" sldId="288"/>
            <ac:spMk id="4" creationId="{B4CCD97D-30DA-3934-7218-15777BD4EADB}"/>
          </ac:spMkLst>
        </pc:spChg>
        <pc:spChg chg="add mod">
          <ac:chgData name="Doredla Bhuvan Kumar" userId="5fa10620b25825cd" providerId="LiveId" clId="{6498E71E-8154-43C9-B3C8-717E9B670B37}" dt="2026-04-06T09:17:55.005" v="1807" actId="20577"/>
          <ac:spMkLst>
            <pc:docMk/>
            <pc:sldMk cId="1577601617" sldId="288"/>
            <ac:spMk id="5" creationId="{EFC87F84-5D60-625C-3574-913C8C711F45}"/>
          </ac:spMkLst>
        </pc:spChg>
        <pc:spChg chg="add mod">
          <ac:chgData name="Doredla Bhuvan Kumar" userId="5fa10620b25825cd" providerId="LiveId" clId="{6498E71E-8154-43C9-B3C8-717E9B670B37}" dt="2026-04-06T09:06:18.483" v="1548"/>
          <ac:spMkLst>
            <pc:docMk/>
            <pc:sldMk cId="1577601617" sldId="288"/>
            <ac:spMk id="6" creationId="{5DCC0291-67BD-8A46-A731-E97FFB3A7E65}"/>
          </ac:spMkLst>
        </pc:spChg>
        <pc:spChg chg="add mod">
          <ac:chgData name="Doredla Bhuvan Kumar" userId="5fa10620b25825cd" providerId="LiveId" clId="{6498E71E-8154-43C9-B3C8-717E9B670B37}" dt="2026-04-06T09:08:17.288" v="1567" actId="14100"/>
          <ac:spMkLst>
            <pc:docMk/>
            <pc:sldMk cId="1577601617" sldId="288"/>
            <ac:spMk id="7" creationId="{0FF1C7DA-42AD-5314-E70D-9ADBF123847B}"/>
          </ac:spMkLst>
        </pc:spChg>
        <pc:spChg chg="add mod">
          <ac:chgData name="Doredla Bhuvan Kumar" userId="5fa10620b25825cd" providerId="LiveId" clId="{6498E71E-8154-43C9-B3C8-717E9B670B37}" dt="2026-04-06T09:12:03.857" v="1633" actId="14100"/>
          <ac:spMkLst>
            <pc:docMk/>
            <pc:sldMk cId="1577601617" sldId="288"/>
            <ac:spMk id="8" creationId="{B468BE27-0833-766C-946E-28071885E64F}"/>
          </ac:spMkLst>
        </pc:spChg>
        <pc:spChg chg="add mod">
          <ac:chgData name="Doredla Bhuvan Kumar" userId="5fa10620b25825cd" providerId="LiveId" clId="{6498E71E-8154-43C9-B3C8-717E9B670B37}" dt="2026-04-06T09:12:10.360" v="1635" actId="14100"/>
          <ac:spMkLst>
            <pc:docMk/>
            <pc:sldMk cId="1577601617" sldId="288"/>
            <ac:spMk id="9" creationId="{EA036AA8-BD7E-6F65-7465-6E8C096E3110}"/>
          </ac:spMkLst>
        </pc:spChg>
        <pc:spChg chg="add mod">
          <ac:chgData name="Doredla Bhuvan Kumar" userId="5fa10620b25825cd" providerId="LiveId" clId="{6498E71E-8154-43C9-B3C8-717E9B670B37}" dt="2026-04-06T09:15:27.331" v="1721" actId="1076"/>
          <ac:spMkLst>
            <pc:docMk/>
            <pc:sldMk cId="1577601617" sldId="288"/>
            <ac:spMk id="10" creationId="{B195D1CC-5D24-795A-0E92-0D6687DD61B2}"/>
          </ac:spMkLst>
        </pc:spChg>
        <pc:spChg chg="add mod">
          <ac:chgData name="Doredla Bhuvan Kumar" userId="5fa10620b25825cd" providerId="LiveId" clId="{6498E71E-8154-43C9-B3C8-717E9B670B37}" dt="2026-04-06T09:15:47.641" v="1726" actId="1076"/>
          <ac:spMkLst>
            <pc:docMk/>
            <pc:sldMk cId="1577601617" sldId="288"/>
            <ac:spMk id="11" creationId="{5D9010F0-1D28-C7EC-9479-96945C37D1D2}"/>
          </ac:spMkLst>
        </pc:spChg>
        <pc:spChg chg="add mod">
          <ac:chgData name="Doredla Bhuvan Kumar" userId="5fa10620b25825cd" providerId="LiveId" clId="{6498E71E-8154-43C9-B3C8-717E9B670B37}" dt="2026-04-06T09:16:06.394" v="1730" actId="1076"/>
          <ac:spMkLst>
            <pc:docMk/>
            <pc:sldMk cId="1577601617" sldId="288"/>
            <ac:spMk id="12" creationId="{EB294A02-7299-2233-C8F2-93857AA1EA84}"/>
          </ac:spMkLst>
        </pc:spChg>
        <pc:spChg chg="add mod">
          <ac:chgData name="Doredla Bhuvan Kumar" userId="5fa10620b25825cd" providerId="LiveId" clId="{6498E71E-8154-43C9-B3C8-717E9B670B37}" dt="2026-04-06T09:16:22.187" v="1734" actId="1076"/>
          <ac:spMkLst>
            <pc:docMk/>
            <pc:sldMk cId="1577601617" sldId="288"/>
            <ac:spMk id="13" creationId="{44E24641-8049-C74B-0FD3-8EEE8D399D21}"/>
          </ac:spMkLst>
        </pc:spChg>
        <pc:cxnChg chg="add mod">
          <ac:chgData name="Doredla Bhuvan Kumar" userId="5fa10620b25825cd" providerId="LiveId" clId="{6498E71E-8154-43C9-B3C8-717E9B670B37}" dt="2026-04-06T09:15:01.479" v="1715" actId="13822"/>
          <ac:cxnSpMkLst>
            <pc:docMk/>
            <pc:sldMk cId="1577601617" sldId="288"/>
            <ac:cxnSpMk id="15" creationId="{8270B582-D2EF-6C0E-F9A5-6A7F186319CA}"/>
          </ac:cxnSpMkLst>
        </pc:cxnChg>
        <pc:cxnChg chg="add mod">
          <ac:chgData name="Doredla Bhuvan Kumar" userId="5fa10620b25825cd" providerId="LiveId" clId="{6498E71E-8154-43C9-B3C8-717E9B670B37}" dt="2026-04-06T09:15:13.176" v="1718" actId="13822"/>
          <ac:cxnSpMkLst>
            <pc:docMk/>
            <pc:sldMk cId="1577601617" sldId="288"/>
            <ac:cxnSpMk id="18" creationId="{9631271D-2A67-D40A-1951-651F66C9DB31}"/>
          </ac:cxnSpMkLst>
        </pc:cxnChg>
        <pc:cxnChg chg="add mod">
          <ac:chgData name="Doredla Bhuvan Kumar" userId="5fa10620b25825cd" providerId="LiveId" clId="{6498E71E-8154-43C9-B3C8-717E9B670B37}" dt="2026-04-06T09:15:32.127" v="1722" actId="13822"/>
          <ac:cxnSpMkLst>
            <pc:docMk/>
            <pc:sldMk cId="1577601617" sldId="288"/>
            <ac:cxnSpMk id="21" creationId="{296FD184-C8EE-9444-505A-518FE4E2F405}"/>
          </ac:cxnSpMkLst>
        </pc:cxnChg>
        <pc:cxnChg chg="add mod">
          <ac:chgData name="Doredla Bhuvan Kumar" userId="5fa10620b25825cd" providerId="LiveId" clId="{6498E71E-8154-43C9-B3C8-717E9B670B37}" dt="2026-04-06T09:15:47.641" v="1726" actId="1076"/>
          <ac:cxnSpMkLst>
            <pc:docMk/>
            <pc:sldMk cId="1577601617" sldId="288"/>
            <ac:cxnSpMk id="25" creationId="{05F01BA6-44AD-D361-F342-930BCF77511E}"/>
          </ac:cxnSpMkLst>
        </pc:cxnChg>
        <pc:cxnChg chg="add mod">
          <ac:chgData name="Doredla Bhuvan Kumar" userId="5fa10620b25825cd" providerId="LiveId" clId="{6498E71E-8154-43C9-B3C8-717E9B670B37}" dt="2026-04-06T09:16:06.394" v="1730" actId="1076"/>
          <ac:cxnSpMkLst>
            <pc:docMk/>
            <pc:sldMk cId="1577601617" sldId="288"/>
            <ac:cxnSpMk id="29" creationId="{EB00A7DC-D3AD-E771-C53E-1A59EE90E7CE}"/>
          </ac:cxnSpMkLst>
        </pc:cxnChg>
        <pc:cxnChg chg="add mod">
          <ac:chgData name="Doredla Bhuvan Kumar" userId="5fa10620b25825cd" providerId="LiveId" clId="{6498E71E-8154-43C9-B3C8-717E9B670B37}" dt="2026-04-06T09:16:22.187" v="1734" actId="1076"/>
          <ac:cxnSpMkLst>
            <pc:docMk/>
            <pc:sldMk cId="1577601617" sldId="288"/>
            <ac:cxnSpMk id="33" creationId="{E093BE64-9DC7-FA92-061E-50F16FC8042A}"/>
          </ac:cxnSpMkLst>
        </pc:cxnChg>
      </pc:sldChg>
      <pc:sldChg chg="new del ord">
        <pc:chgData name="Doredla Bhuvan Kumar" userId="5fa10620b25825cd" providerId="LiveId" clId="{6498E71E-8154-43C9-B3C8-717E9B670B37}" dt="2026-04-06T08:36:56.916" v="1538" actId="47"/>
        <pc:sldMkLst>
          <pc:docMk/>
          <pc:sldMk cId="2689755754" sldId="288"/>
        </pc:sldMkLst>
      </pc:sldChg>
      <pc:sldChg chg="addSp delSp modSp new mod">
        <pc:chgData name="Doredla Bhuvan Kumar" userId="5fa10620b25825cd" providerId="LiveId" clId="{6498E71E-8154-43C9-B3C8-717E9B670B37}" dt="2026-04-07T04:29:50.409" v="1959" actId="14100"/>
        <pc:sldMkLst>
          <pc:docMk/>
          <pc:sldMk cId="1326738195" sldId="289"/>
        </pc:sldMkLst>
        <pc:spChg chg="del">
          <ac:chgData name="Doredla Bhuvan Kumar" userId="5fa10620b25825cd" providerId="LiveId" clId="{6498E71E-8154-43C9-B3C8-717E9B670B37}" dt="2026-04-07T03:44:07.138" v="1834" actId="478"/>
          <ac:spMkLst>
            <pc:docMk/>
            <pc:sldMk cId="1326738195" sldId="289"/>
            <ac:spMk id="2" creationId="{4364D765-272E-2476-85CE-32AA897080EC}"/>
          </ac:spMkLst>
        </pc:spChg>
        <pc:spChg chg="mod">
          <ac:chgData name="Doredla Bhuvan Kumar" userId="5fa10620b25825cd" providerId="LiveId" clId="{6498E71E-8154-43C9-B3C8-717E9B670B37}" dt="2026-04-07T04:29:50.409" v="1959" actId="14100"/>
          <ac:spMkLst>
            <pc:docMk/>
            <pc:sldMk cId="1326738195" sldId="289"/>
            <ac:spMk id="3" creationId="{BECA4F01-D530-9398-8659-66517DD01900}"/>
          </ac:spMkLst>
        </pc:spChg>
        <pc:spChg chg="mod">
          <ac:chgData name="Doredla Bhuvan Kumar" userId="5fa10620b25825cd" providerId="LiveId" clId="{6498E71E-8154-43C9-B3C8-717E9B670B37}" dt="2026-04-07T03:44:12.594" v="1836" actId="20577"/>
          <ac:spMkLst>
            <pc:docMk/>
            <pc:sldMk cId="1326738195" sldId="289"/>
            <ac:spMk id="4" creationId="{60750CAD-AEF7-BC87-7177-EDD028169D8B}"/>
          </ac:spMkLst>
        </pc:spChg>
        <pc:spChg chg="add mod">
          <ac:chgData name="Doredla Bhuvan Kumar" userId="5fa10620b25825cd" providerId="LiveId" clId="{6498E71E-8154-43C9-B3C8-717E9B670B37}" dt="2026-04-07T04:24:51.040" v="1897" actId="27636"/>
          <ac:spMkLst>
            <pc:docMk/>
            <pc:sldMk cId="1326738195" sldId="289"/>
            <ac:spMk id="5" creationId="{C6A3BA66-9C79-607F-8BCB-9D7C62BCD594}"/>
          </ac:spMkLst>
        </pc:spChg>
        <pc:spChg chg="add mod">
          <ac:chgData name="Doredla Bhuvan Kumar" userId="5fa10620b25825cd" providerId="LiveId" clId="{6498E71E-8154-43C9-B3C8-717E9B670B37}" dt="2026-04-07T03:45:05.848" v="1878"/>
          <ac:spMkLst>
            <pc:docMk/>
            <pc:sldMk cId="1326738195" sldId="289"/>
            <ac:spMk id="6" creationId="{67B163B8-7A76-8733-80CD-C663ED0A7CB8}"/>
          </ac:spMkLst>
        </pc:spChg>
      </pc:sldChg>
      <pc:sldChg chg="new del">
        <pc:chgData name="Doredla Bhuvan Kumar" userId="5fa10620b25825cd" providerId="LiveId" clId="{6498E71E-8154-43C9-B3C8-717E9B670B37}" dt="2026-04-06T08:36:41.538" v="1495" actId="47"/>
        <pc:sldMkLst>
          <pc:docMk/>
          <pc:sldMk cId="3567450211" sldId="289"/>
        </pc:sldMkLst>
      </pc:sldChg>
      <pc:sldChg chg="addSp delSp modSp new mod">
        <pc:chgData name="Doredla Bhuvan Kumar" userId="5fa10620b25825cd" providerId="LiveId" clId="{6498E71E-8154-43C9-B3C8-717E9B670B37}" dt="2026-04-07T04:28:51.607" v="1949" actId="2710"/>
        <pc:sldMkLst>
          <pc:docMk/>
          <pc:sldMk cId="911358154" sldId="290"/>
        </pc:sldMkLst>
        <pc:spChg chg="del">
          <ac:chgData name="Doredla Bhuvan Kumar" userId="5fa10620b25825cd" providerId="LiveId" clId="{6498E71E-8154-43C9-B3C8-717E9B670B37}" dt="2026-04-07T04:24:45.004" v="1895" actId="478"/>
          <ac:spMkLst>
            <pc:docMk/>
            <pc:sldMk cId="911358154" sldId="290"/>
            <ac:spMk id="2" creationId="{5BB7F41A-ADEB-F920-33BA-2BC79C329A38}"/>
          </ac:spMkLst>
        </pc:spChg>
        <pc:spChg chg="mod">
          <ac:chgData name="Doredla Bhuvan Kumar" userId="5fa10620b25825cd" providerId="LiveId" clId="{6498E71E-8154-43C9-B3C8-717E9B670B37}" dt="2026-04-07T04:28:51.607" v="1949" actId="2710"/>
          <ac:spMkLst>
            <pc:docMk/>
            <pc:sldMk cId="911358154" sldId="290"/>
            <ac:spMk id="3" creationId="{AF9B5AAD-89CA-5039-EE30-7F78B3486DF1}"/>
          </ac:spMkLst>
        </pc:spChg>
        <pc:spChg chg="mod">
          <ac:chgData name="Doredla Bhuvan Kumar" userId="5fa10620b25825cd" providerId="LiveId" clId="{6498E71E-8154-43C9-B3C8-717E9B670B37}" dt="2026-04-07T04:25:48.994" v="1904" actId="20577"/>
          <ac:spMkLst>
            <pc:docMk/>
            <pc:sldMk cId="911358154" sldId="290"/>
            <ac:spMk id="4" creationId="{ACCAEF7F-33C8-507F-D23C-4B3D1BAEBD01}"/>
          </ac:spMkLst>
        </pc:spChg>
        <pc:spChg chg="add mod">
          <ac:chgData name="Doredla Bhuvan Kumar" userId="5fa10620b25825cd" providerId="LiveId" clId="{6498E71E-8154-43C9-B3C8-717E9B670B37}" dt="2026-04-07T04:26:57.104" v="1927" actId="20577"/>
          <ac:spMkLst>
            <pc:docMk/>
            <pc:sldMk cId="911358154" sldId="290"/>
            <ac:spMk id="5" creationId="{E6BF7F9B-03E7-52CF-D23F-799DDE84B91F}"/>
          </ac:spMkLst>
        </pc:spChg>
        <pc:spChg chg="add mod">
          <ac:chgData name="Doredla Bhuvan Kumar" userId="5fa10620b25825cd" providerId="LiveId" clId="{6498E71E-8154-43C9-B3C8-717E9B670B37}" dt="2026-04-07T04:25:58.953" v="1905"/>
          <ac:spMkLst>
            <pc:docMk/>
            <pc:sldMk cId="911358154" sldId="290"/>
            <ac:spMk id="6" creationId="{48A67F5B-26D1-3B4A-620C-688270827E1C}"/>
          </ac:spMkLst>
        </pc:spChg>
      </pc:sldChg>
      <pc:sldChg chg="new del">
        <pc:chgData name="Doredla Bhuvan Kumar" userId="5fa10620b25825cd" providerId="LiveId" clId="{6498E71E-8154-43C9-B3C8-717E9B670B37}" dt="2026-04-06T08:36:55.387" v="1537" actId="47"/>
        <pc:sldMkLst>
          <pc:docMk/>
          <pc:sldMk cId="1490010934" sldId="290"/>
        </pc:sldMkLst>
      </pc:sldChg>
      <pc:sldChg chg="new del">
        <pc:chgData name="Doredla Bhuvan Kumar" userId="5fa10620b25825cd" providerId="LiveId" clId="{6498E71E-8154-43C9-B3C8-717E9B670B37}" dt="2026-04-06T08:36:55.011" v="1536" actId="47"/>
        <pc:sldMkLst>
          <pc:docMk/>
          <pc:sldMk cId="387774912" sldId="291"/>
        </pc:sldMkLst>
      </pc:sldChg>
      <pc:sldChg chg="new del">
        <pc:chgData name="Doredla Bhuvan Kumar" userId="5fa10620b25825cd" providerId="LiveId" clId="{6498E71E-8154-43C9-B3C8-717E9B670B37}" dt="2026-04-06T08:36:54.825" v="1535" actId="47"/>
        <pc:sldMkLst>
          <pc:docMk/>
          <pc:sldMk cId="2499968505" sldId="292"/>
        </pc:sldMkLst>
      </pc:sldChg>
      <pc:sldChg chg="new del">
        <pc:chgData name="Doredla Bhuvan Kumar" userId="5fa10620b25825cd" providerId="LiveId" clId="{6498E71E-8154-43C9-B3C8-717E9B670B37}" dt="2026-04-06T08:36:54.654" v="1534" actId="47"/>
        <pc:sldMkLst>
          <pc:docMk/>
          <pc:sldMk cId="3658329972" sldId="293"/>
        </pc:sldMkLst>
      </pc:sldChg>
      <pc:sldChg chg="new del">
        <pc:chgData name="Doredla Bhuvan Kumar" userId="5fa10620b25825cd" providerId="LiveId" clId="{6498E71E-8154-43C9-B3C8-717E9B670B37}" dt="2026-04-06T08:36:54.484" v="1533" actId="47"/>
        <pc:sldMkLst>
          <pc:docMk/>
          <pc:sldMk cId="2095801036" sldId="294"/>
        </pc:sldMkLst>
      </pc:sldChg>
      <pc:sldChg chg="new del">
        <pc:chgData name="Doredla Bhuvan Kumar" userId="5fa10620b25825cd" providerId="LiveId" clId="{6498E71E-8154-43C9-B3C8-717E9B670B37}" dt="2026-04-06T08:36:54.335" v="1532" actId="47"/>
        <pc:sldMkLst>
          <pc:docMk/>
          <pc:sldMk cId="2492829644" sldId="295"/>
        </pc:sldMkLst>
      </pc:sldChg>
      <pc:sldChg chg="new del">
        <pc:chgData name="Doredla Bhuvan Kumar" userId="5fa10620b25825cd" providerId="LiveId" clId="{6498E71E-8154-43C9-B3C8-717E9B670B37}" dt="2026-04-06T08:36:54.167" v="1531" actId="47"/>
        <pc:sldMkLst>
          <pc:docMk/>
          <pc:sldMk cId="3625474651" sldId="296"/>
        </pc:sldMkLst>
      </pc:sldChg>
      <pc:sldChg chg="new del">
        <pc:chgData name="Doredla Bhuvan Kumar" userId="5fa10620b25825cd" providerId="LiveId" clId="{6498E71E-8154-43C9-B3C8-717E9B670B37}" dt="2026-04-06T08:36:53.992" v="1530" actId="47"/>
        <pc:sldMkLst>
          <pc:docMk/>
          <pc:sldMk cId="915474120" sldId="297"/>
        </pc:sldMkLst>
      </pc:sldChg>
      <pc:sldChg chg="new del">
        <pc:chgData name="Doredla Bhuvan Kumar" userId="5fa10620b25825cd" providerId="LiveId" clId="{6498E71E-8154-43C9-B3C8-717E9B670B37}" dt="2026-04-06T08:36:53.848" v="1529" actId="47"/>
        <pc:sldMkLst>
          <pc:docMk/>
          <pc:sldMk cId="527290508" sldId="298"/>
        </pc:sldMkLst>
      </pc:sldChg>
      <pc:sldChg chg="new del">
        <pc:chgData name="Doredla Bhuvan Kumar" userId="5fa10620b25825cd" providerId="LiveId" clId="{6498E71E-8154-43C9-B3C8-717E9B670B37}" dt="2026-04-06T08:36:53.656" v="1528" actId="47"/>
        <pc:sldMkLst>
          <pc:docMk/>
          <pc:sldMk cId="3352754715" sldId="299"/>
        </pc:sldMkLst>
      </pc:sldChg>
      <pc:sldChg chg="new del">
        <pc:chgData name="Doredla Bhuvan Kumar" userId="5fa10620b25825cd" providerId="LiveId" clId="{6498E71E-8154-43C9-B3C8-717E9B670B37}" dt="2026-04-06T08:36:53.512" v="1527" actId="47"/>
        <pc:sldMkLst>
          <pc:docMk/>
          <pc:sldMk cId="3775165051" sldId="300"/>
        </pc:sldMkLst>
      </pc:sldChg>
      <pc:sldChg chg="new del">
        <pc:chgData name="Doredla Bhuvan Kumar" userId="5fa10620b25825cd" providerId="LiveId" clId="{6498E71E-8154-43C9-B3C8-717E9B670B37}" dt="2026-04-06T08:36:53.336" v="1526" actId="47"/>
        <pc:sldMkLst>
          <pc:docMk/>
          <pc:sldMk cId="1951675725" sldId="301"/>
        </pc:sldMkLst>
      </pc:sldChg>
      <pc:sldChg chg="new del">
        <pc:chgData name="Doredla Bhuvan Kumar" userId="5fa10620b25825cd" providerId="LiveId" clId="{6498E71E-8154-43C9-B3C8-717E9B670B37}" dt="2026-04-06T08:36:53.174" v="1525" actId="47"/>
        <pc:sldMkLst>
          <pc:docMk/>
          <pc:sldMk cId="1154306291" sldId="302"/>
        </pc:sldMkLst>
      </pc:sldChg>
      <pc:sldChg chg="new del">
        <pc:chgData name="Doredla Bhuvan Kumar" userId="5fa10620b25825cd" providerId="LiveId" clId="{6498E71E-8154-43C9-B3C8-717E9B670B37}" dt="2026-04-06T08:36:53.014" v="1524" actId="47"/>
        <pc:sldMkLst>
          <pc:docMk/>
          <pc:sldMk cId="4075991918" sldId="303"/>
        </pc:sldMkLst>
      </pc:sldChg>
      <pc:sldChg chg="new del">
        <pc:chgData name="Doredla Bhuvan Kumar" userId="5fa10620b25825cd" providerId="LiveId" clId="{6498E71E-8154-43C9-B3C8-717E9B670B37}" dt="2026-04-06T08:36:52.888" v="1523" actId="47"/>
        <pc:sldMkLst>
          <pc:docMk/>
          <pc:sldMk cId="1175897510" sldId="304"/>
        </pc:sldMkLst>
      </pc:sldChg>
      <pc:sldChg chg="new del">
        <pc:chgData name="Doredla Bhuvan Kumar" userId="5fa10620b25825cd" providerId="LiveId" clId="{6498E71E-8154-43C9-B3C8-717E9B670B37}" dt="2026-04-06T08:36:52.727" v="1522" actId="47"/>
        <pc:sldMkLst>
          <pc:docMk/>
          <pc:sldMk cId="1783383403" sldId="305"/>
        </pc:sldMkLst>
      </pc:sldChg>
      <pc:sldChg chg="new del">
        <pc:chgData name="Doredla Bhuvan Kumar" userId="5fa10620b25825cd" providerId="LiveId" clId="{6498E71E-8154-43C9-B3C8-717E9B670B37}" dt="2026-04-06T08:36:52.568" v="1521" actId="47"/>
        <pc:sldMkLst>
          <pc:docMk/>
          <pc:sldMk cId="4255986800" sldId="306"/>
        </pc:sldMkLst>
      </pc:sldChg>
      <pc:sldChg chg="new del">
        <pc:chgData name="Doredla Bhuvan Kumar" userId="5fa10620b25825cd" providerId="LiveId" clId="{6498E71E-8154-43C9-B3C8-717E9B670B37}" dt="2026-04-06T08:36:52.424" v="1520" actId="47"/>
        <pc:sldMkLst>
          <pc:docMk/>
          <pc:sldMk cId="2695029152" sldId="307"/>
        </pc:sldMkLst>
      </pc:sldChg>
      <pc:sldChg chg="new del">
        <pc:chgData name="Doredla Bhuvan Kumar" userId="5fa10620b25825cd" providerId="LiveId" clId="{6498E71E-8154-43C9-B3C8-717E9B670B37}" dt="2026-04-06T08:36:52.232" v="1519" actId="47"/>
        <pc:sldMkLst>
          <pc:docMk/>
          <pc:sldMk cId="3309646489" sldId="308"/>
        </pc:sldMkLst>
      </pc:sldChg>
      <pc:sldChg chg="new del">
        <pc:chgData name="Doredla Bhuvan Kumar" userId="5fa10620b25825cd" providerId="LiveId" clId="{6498E71E-8154-43C9-B3C8-717E9B670B37}" dt="2026-04-06T08:36:52.072" v="1518" actId="47"/>
        <pc:sldMkLst>
          <pc:docMk/>
          <pc:sldMk cId="3529470058" sldId="309"/>
        </pc:sldMkLst>
      </pc:sldChg>
      <pc:sldChg chg="new del">
        <pc:chgData name="Doredla Bhuvan Kumar" userId="5fa10620b25825cd" providerId="LiveId" clId="{6498E71E-8154-43C9-B3C8-717E9B670B37}" dt="2026-04-06T08:36:51.913" v="1517" actId="47"/>
        <pc:sldMkLst>
          <pc:docMk/>
          <pc:sldMk cId="1442253319" sldId="310"/>
        </pc:sldMkLst>
      </pc:sldChg>
      <pc:sldChg chg="new del">
        <pc:chgData name="Doredla Bhuvan Kumar" userId="5fa10620b25825cd" providerId="LiveId" clId="{6498E71E-8154-43C9-B3C8-717E9B670B37}" dt="2026-04-06T08:36:51.738" v="1516" actId="47"/>
        <pc:sldMkLst>
          <pc:docMk/>
          <pc:sldMk cId="1181752178" sldId="311"/>
        </pc:sldMkLst>
      </pc:sldChg>
      <pc:sldChg chg="new del">
        <pc:chgData name="Doredla Bhuvan Kumar" userId="5fa10620b25825cd" providerId="LiveId" clId="{6498E71E-8154-43C9-B3C8-717E9B670B37}" dt="2026-04-06T08:36:51.246" v="1515" actId="47"/>
        <pc:sldMkLst>
          <pc:docMk/>
          <pc:sldMk cId="4202668317" sldId="312"/>
        </pc:sldMkLst>
      </pc:sldChg>
      <pc:sldChg chg="new del">
        <pc:chgData name="Doredla Bhuvan Kumar" userId="5fa10620b25825cd" providerId="LiveId" clId="{6498E71E-8154-43C9-B3C8-717E9B670B37}" dt="2026-04-06T08:36:51.214" v="1514" actId="47"/>
        <pc:sldMkLst>
          <pc:docMk/>
          <pc:sldMk cId="642386531" sldId="313"/>
        </pc:sldMkLst>
      </pc:sldChg>
      <pc:sldChg chg="new del">
        <pc:chgData name="Doredla Bhuvan Kumar" userId="5fa10620b25825cd" providerId="LiveId" clId="{6498E71E-8154-43C9-B3C8-717E9B670B37}" dt="2026-04-06T08:36:51.183" v="1513" actId="47"/>
        <pc:sldMkLst>
          <pc:docMk/>
          <pc:sldMk cId="240383485" sldId="314"/>
        </pc:sldMkLst>
      </pc:sldChg>
      <pc:sldChg chg="new del">
        <pc:chgData name="Doredla Bhuvan Kumar" userId="5fa10620b25825cd" providerId="LiveId" clId="{6498E71E-8154-43C9-B3C8-717E9B670B37}" dt="2026-04-06T08:36:51.157" v="1512" actId="47"/>
        <pc:sldMkLst>
          <pc:docMk/>
          <pc:sldMk cId="1934974521" sldId="315"/>
        </pc:sldMkLst>
      </pc:sldChg>
      <pc:sldChg chg="new del">
        <pc:chgData name="Doredla Bhuvan Kumar" userId="5fa10620b25825cd" providerId="LiveId" clId="{6498E71E-8154-43C9-B3C8-717E9B670B37}" dt="2026-04-06T08:36:51.125" v="1511" actId="47"/>
        <pc:sldMkLst>
          <pc:docMk/>
          <pc:sldMk cId="1096879608" sldId="316"/>
        </pc:sldMkLst>
      </pc:sldChg>
      <pc:sldChg chg="new del">
        <pc:chgData name="Doredla Bhuvan Kumar" userId="5fa10620b25825cd" providerId="LiveId" clId="{6498E71E-8154-43C9-B3C8-717E9B670B37}" dt="2026-04-06T08:36:51.102" v="1510" actId="47"/>
        <pc:sldMkLst>
          <pc:docMk/>
          <pc:sldMk cId="952730452" sldId="317"/>
        </pc:sldMkLst>
      </pc:sldChg>
      <pc:sldChg chg="new del">
        <pc:chgData name="Doredla Bhuvan Kumar" userId="5fa10620b25825cd" providerId="LiveId" clId="{6498E71E-8154-43C9-B3C8-717E9B670B37}" dt="2026-04-06T08:36:51.072" v="1509" actId="47"/>
        <pc:sldMkLst>
          <pc:docMk/>
          <pc:sldMk cId="291406674" sldId="318"/>
        </pc:sldMkLst>
      </pc:sldChg>
      <pc:sldChg chg="new del">
        <pc:chgData name="Doredla Bhuvan Kumar" userId="5fa10620b25825cd" providerId="LiveId" clId="{6498E71E-8154-43C9-B3C8-717E9B670B37}" dt="2026-04-06T08:36:51.038" v="1508" actId="47"/>
        <pc:sldMkLst>
          <pc:docMk/>
          <pc:sldMk cId="1643947210" sldId="319"/>
        </pc:sldMkLst>
      </pc:sldChg>
      <pc:sldChg chg="new del">
        <pc:chgData name="Doredla Bhuvan Kumar" userId="5fa10620b25825cd" providerId="LiveId" clId="{6498E71E-8154-43C9-B3C8-717E9B670B37}" dt="2026-04-06T08:36:51.014" v="1507" actId="47"/>
        <pc:sldMkLst>
          <pc:docMk/>
          <pc:sldMk cId="1744300160" sldId="320"/>
        </pc:sldMkLst>
      </pc:sldChg>
      <pc:sldChg chg="new del">
        <pc:chgData name="Doredla Bhuvan Kumar" userId="5fa10620b25825cd" providerId="LiveId" clId="{6498E71E-8154-43C9-B3C8-717E9B670B37}" dt="2026-04-06T08:36:50.987" v="1506" actId="47"/>
        <pc:sldMkLst>
          <pc:docMk/>
          <pc:sldMk cId="2157265352" sldId="321"/>
        </pc:sldMkLst>
      </pc:sldChg>
      <pc:sldChg chg="new del">
        <pc:chgData name="Doredla Bhuvan Kumar" userId="5fa10620b25825cd" providerId="LiveId" clId="{6498E71E-8154-43C9-B3C8-717E9B670B37}" dt="2026-04-06T08:36:50.956" v="1505" actId="47"/>
        <pc:sldMkLst>
          <pc:docMk/>
          <pc:sldMk cId="1731399050" sldId="322"/>
        </pc:sldMkLst>
      </pc:sldChg>
      <pc:sldChg chg="new del">
        <pc:chgData name="Doredla Bhuvan Kumar" userId="5fa10620b25825cd" providerId="LiveId" clId="{6498E71E-8154-43C9-B3C8-717E9B670B37}" dt="2026-04-06T08:36:50.467" v="1504" actId="47"/>
        <pc:sldMkLst>
          <pc:docMk/>
          <pc:sldMk cId="3656609611" sldId="323"/>
        </pc:sldMkLst>
      </pc:sldChg>
      <pc:sldChg chg="new del">
        <pc:chgData name="Doredla Bhuvan Kumar" userId="5fa10620b25825cd" providerId="LiveId" clId="{6498E71E-8154-43C9-B3C8-717E9B670B37}" dt="2026-04-06T08:36:50.292" v="1503" actId="47"/>
        <pc:sldMkLst>
          <pc:docMk/>
          <pc:sldMk cId="4002326487" sldId="324"/>
        </pc:sldMkLst>
      </pc:sldChg>
      <pc:sldChg chg="new del">
        <pc:chgData name="Doredla Bhuvan Kumar" userId="5fa10620b25825cd" providerId="LiveId" clId="{6498E71E-8154-43C9-B3C8-717E9B670B37}" dt="2026-04-06T08:36:50.197" v="1502" actId="47"/>
        <pc:sldMkLst>
          <pc:docMk/>
          <pc:sldMk cId="1984649841" sldId="325"/>
        </pc:sldMkLst>
      </pc:sldChg>
      <pc:sldChg chg="new del">
        <pc:chgData name="Doredla Bhuvan Kumar" userId="5fa10620b25825cd" providerId="LiveId" clId="{6498E71E-8154-43C9-B3C8-717E9B670B37}" dt="2026-04-06T08:36:50.165" v="1501" actId="47"/>
        <pc:sldMkLst>
          <pc:docMk/>
          <pc:sldMk cId="1150497365" sldId="326"/>
        </pc:sldMkLst>
      </pc:sldChg>
      <pc:sldChg chg="new del">
        <pc:chgData name="Doredla Bhuvan Kumar" userId="5fa10620b25825cd" providerId="LiveId" clId="{6498E71E-8154-43C9-B3C8-717E9B670B37}" dt="2026-04-06T08:36:49.864" v="1500" actId="47"/>
        <pc:sldMkLst>
          <pc:docMk/>
          <pc:sldMk cId="2185332948" sldId="327"/>
        </pc:sldMkLst>
      </pc:sldChg>
      <pc:sldChg chg="new del">
        <pc:chgData name="Doredla Bhuvan Kumar" userId="5fa10620b25825cd" providerId="LiveId" clId="{6498E71E-8154-43C9-B3C8-717E9B670B37}" dt="2026-04-06T08:36:49.705" v="1499" actId="47"/>
        <pc:sldMkLst>
          <pc:docMk/>
          <pc:sldMk cId="2967347765" sldId="328"/>
        </pc:sldMkLst>
      </pc:sldChg>
      <pc:sldChg chg="new del">
        <pc:chgData name="Doredla Bhuvan Kumar" userId="5fa10620b25825cd" providerId="LiveId" clId="{6498E71E-8154-43C9-B3C8-717E9B670B37}" dt="2026-04-06T08:36:49.562" v="1498" actId="47"/>
        <pc:sldMkLst>
          <pc:docMk/>
          <pc:sldMk cId="2046462639" sldId="329"/>
        </pc:sldMkLst>
      </pc:sldChg>
      <pc:sldChg chg="new del">
        <pc:chgData name="Doredla Bhuvan Kumar" userId="5fa10620b25825cd" providerId="LiveId" clId="{6498E71E-8154-43C9-B3C8-717E9B670B37}" dt="2026-04-06T08:36:49.419" v="1497" actId="47"/>
        <pc:sldMkLst>
          <pc:docMk/>
          <pc:sldMk cId="3361311971" sldId="330"/>
        </pc:sldMkLst>
      </pc:sldChg>
      <pc:sldChg chg="new del">
        <pc:chgData name="Doredla Bhuvan Kumar" userId="5fa10620b25825cd" providerId="LiveId" clId="{6498E71E-8154-43C9-B3C8-717E9B670B37}" dt="2026-04-06T08:36:49.195" v="1496" actId="47"/>
        <pc:sldMkLst>
          <pc:docMk/>
          <pc:sldMk cId="1647374939" sldId="3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9FCA91-F82D-49AF-986A-213F912DF8F8}"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C30E7-C433-42A8-A65F-973F16724948}" type="slidenum">
              <a:rPr lang="en-IN" smtClean="0"/>
              <a:t>‹#›</a:t>
            </a:fld>
            <a:endParaRPr lang="en-IN"/>
          </a:p>
        </p:txBody>
      </p:sp>
    </p:spTree>
    <p:extLst>
      <p:ext uri="{BB962C8B-B14F-4D97-AF65-F5344CB8AC3E}">
        <p14:creationId xmlns:p14="http://schemas.microsoft.com/office/powerpoint/2010/main" val="271908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C49E-B694-761F-B305-799A11DB46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27728D-0C7E-3D69-3CFD-3FE9361536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3F5C81-9FEF-722B-FF7A-26F05F03FE8D}"/>
              </a:ext>
            </a:extLst>
          </p:cNvPr>
          <p:cNvSpPr>
            <a:spLocks noGrp="1"/>
          </p:cNvSpPr>
          <p:nvPr>
            <p:ph type="dt" sz="half" idx="10"/>
          </p:nvPr>
        </p:nvSpPr>
        <p:spPr/>
        <p:txBody>
          <a:bodyPr/>
          <a:lstStyle/>
          <a:p>
            <a:fld id="{8949486A-4EC4-4E4E-ACEC-49F9DE35C653}" type="datetime1">
              <a:rPr lang="en-IN" smtClean="0"/>
              <a:t>07-04-2026</a:t>
            </a:fld>
            <a:endParaRPr lang="en-IN"/>
          </a:p>
        </p:txBody>
      </p:sp>
      <p:sp>
        <p:nvSpPr>
          <p:cNvPr id="5" name="Footer Placeholder 4">
            <a:extLst>
              <a:ext uri="{FF2B5EF4-FFF2-40B4-BE49-F238E27FC236}">
                <a16:creationId xmlns:a16="http://schemas.microsoft.com/office/drawing/2014/main" id="{D20BC38B-C57A-73D8-EAC7-FAD8755C2E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B522A2-34EC-5C76-A539-B609EE34753A}"/>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3406424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C0915-688D-369E-34B7-375B59374A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8C93A9-F95D-A9F3-22DB-E5220377A0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6AA85B-DA7E-C2B5-6510-568E5021E1F1}"/>
              </a:ext>
            </a:extLst>
          </p:cNvPr>
          <p:cNvSpPr>
            <a:spLocks noGrp="1"/>
          </p:cNvSpPr>
          <p:nvPr>
            <p:ph type="dt" sz="half" idx="10"/>
          </p:nvPr>
        </p:nvSpPr>
        <p:spPr/>
        <p:txBody>
          <a:bodyPr/>
          <a:lstStyle/>
          <a:p>
            <a:fld id="{71976954-E26D-4C5A-8C13-781ABD9F86ED}" type="datetime1">
              <a:rPr lang="en-IN" smtClean="0"/>
              <a:t>07-04-2026</a:t>
            </a:fld>
            <a:endParaRPr lang="en-IN"/>
          </a:p>
        </p:txBody>
      </p:sp>
      <p:sp>
        <p:nvSpPr>
          <p:cNvPr id="5" name="Footer Placeholder 4">
            <a:extLst>
              <a:ext uri="{FF2B5EF4-FFF2-40B4-BE49-F238E27FC236}">
                <a16:creationId xmlns:a16="http://schemas.microsoft.com/office/drawing/2014/main" id="{6228C2AC-65C5-69BE-5159-E89FCAD3CE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F10948-E285-C50C-35FF-6FAE34601482}"/>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1954102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C4E5-8742-E4EB-BDDA-A38B1FCA76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7B8B9A-E087-DADF-AA24-9AC78DB1A7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4B0292-439A-281C-6C00-81D14CB8D42B}"/>
              </a:ext>
            </a:extLst>
          </p:cNvPr>
          <p:cNvSpPr>
            <a:spLocks noGrp="1"/>
          </p:cNvSpPr>
          <p:nvPr>
            <p:ph type="dt" sz="half" idx="10"/>
          </p:nvPr>
        </p:nvSpPr>
        <p:spPr/>
        <p:txBody>
          <a:bodyPr/>
          <a:lstStyle/>
          <a:p>
            <a:fld id="{12742C2E-FF8A-426A-8C6F-B09C6CF86B2B}" type="datetime1">
              <a:rPr lang="en-IN" smtClean="0"/>
              <a:t>07-04-2026</a:t>
            </a:fld>
            <a:endParaRPr lang="en-IN"/>
          </a:p>
        </p:txBody>
      </p:sp>
      <p:sp>
        <p:nvSpPr>
          <p:cNvPr id="5" name="Footer Placeholder 4">
            <a:extLst>
              <a:ext uri="{FF2B5EF4-FFF2-40B4-BE49-F238E27FC236}">
                <a16:creationId xmlns:a16="http://schemas.microsoft.com/office/drawing/2014/main" id="{A0E2D367-2006-8CA8-CF13-3B3F5AE7FD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1BEA58-1262-B526-A38D-8924EB2FA7C3}"/>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4132260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27640-5952-9570-7511-895783BF04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926DF3-A094-1CFA-404E-2F0CC32953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909DDE-EADC-B295-CF08-1C23B8646D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4AB645-8FF2-1577-44F9-C3EB6F1B1CE4}"/>
              </a:ext>
            </a:extLst>
          </p:cNvPr>
          <p:cNvSpPr>
            <a:spLocks noGrp="1"/>
          </p:cNvSpPr>
          <p:nvPr>
            <p:ph type="dt" sz="half" idx="10"/>
          </p:nvPr>
        </p:nvSpPr>
        <p:spPr/>
        <p:txBody>
          <a:bodyPr/>
          <a:lstStyle/>
          <a:p>
            <a:fld id="{DADF1A40-381C-40AC-BB0D-EE6192F33F52}" type="datetime1">
              <a:rPr lang="en-IN" smtClean="0"/>
              <a:t>07-04-2026</a:t>
            </a:fld>
            <a:endParaRPr lang="en-IN"/>
          </a:p>
        </p:txBody>
      </p:sp>
      <p:sp>
        <p:nvSpPr>
          <p:cNvPr id="6" name="Footer Placeholder 5">
            <a:extLst>
              <a:ext uri="{FF2B5EF4-FFF2-40B4-BE49-F238E27FC236}">
                <a16:creationId xmlns:a16="http://schemas.microsoft.com/office/drawing/2014/main" id="{9FC5E717-5F6D-1BAD-849F-137C8BF501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25F0EC-75E1-60F9-B4CF-441B76DEE7CD}"/>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401953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58554-26B6-42A9-EDB5-4B90EFC108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30A260-D740-E492-88E3-66C061E478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EB5FE2-4D15-D4EE-BA69-02739D6C4D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F09D85-BE8F-4A77-AF1E-7DA091E099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2BFB91-5D4C-52C7-B2E5-6A63AC0C06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4B28A5-7216-8ACC-7143-D96ABEB0AA86}"/>
              </a:ext>
            </a:extLst>
          </p:cNvPr>
          <p:cNvSpPr>
            <a:spLocks noGrp="1"/>
          </p:cNvSpPr>
          <p:nvPr>
            <p:ph type="dt" sz="half" idx="10"/>
          </p:nvPr>
        </p:nvSpPr>
        <p:spPr/>
        <p:txBody>
          <a:bodyPr/>
          <a:lstStyle/>
          <a:p>
            <a:fld id="{FA527595-22BA-47B9-9AB6-7558B1C45343}" type="datetime1">
              <a:rPr lang="en-IN" smtClean="0"/>
              <a:t>07-04-2026</a:t>
            </a:fld>
            <a:endParaRPr lang="en-IN"/>
          </a:p>
        </p:txBody>
      </p:sp>
      <p:sp>
        <p:nvSpPr>
          <p:cNvPr id="8" name="Footer Placeholder 7">
            <a:extLst>
              <a:ext uri="{FF2B5EF4-FFF2-40B4-BE49-F238E27FC236}">
                <a16:creationId xmlns:a16="http://schemas.microsoft.com/office/drawing/2014/main" id="{3EF74384-23B6-9D4C-8152-EF81DE12A1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F3A07C-B627-BCCC-143D-920BB3C01DB9}"/>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1805399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7F60-5800-4A35-ED3C-F6C9C92065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F393B8-F634-4803-B703-CDE621DC705B}"/>
              </a:ext>
            </a:extLst>
          </p:cNvPr>
          <p:cNvSpPr>
            <a:spLocks noGrp="1"/>
          </p:cNvSpPr>
          <p:nvPr>
            <p:ph type="dt" sz="half" idx="10"/>
          </p:nvPr>
        </p:nvSpPr>
        <p:spPr/>
        <p:txBody>
          <a:bodyPr/>
          <a:lstStyle/>
          <a:p>
            <a:fld id="{E671A6ED-2F06-4496-BF5F-FC4F05140FBA}" type="datetime1">
              <a:rPr lang="en-IN" smtClean="0"/>
              <a:t>07-04-2026</a:t>
            </a:fld>
            <a:endParaRPr lang="en-IN"/>
          </a:p>
        </p:txBody>
      </p:sp>
      <p:sp>
        <p:nvSpPr>
          <p:cNvPr id="4" name="Footer Placeholder 3">
            <a:extLst>
              <a:ext uri="{FF2B5EF4-FFF2-40B4-BE49-F238E27FC236}">
                <a16:creationId xmlns:a16="http://schemas.microsoft.com/office/drawing/2014/main" id="{8C52B6BC-1A69-470D-7649-32C353EA6D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B0BD7B-93E5-093B-CA15-7F251411A779}"/>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997256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E6A918-1BD5-7662-A71B-6E5A74B6D66E}"/>
              </a:ext>
            </a:extLst>
          </p:cNvPr>
          <p:cNvSpPr>
            <a:spLocks noGrp="1"/>
          </p:cNvSpPr>
          <p:nvPr>
            <p:ph type="dt" sz="half" idx="10"/>
          </p:nvPr>
        </p:nvSpPr>
        <p:spPr/>
        <p:txBody>
          <a:bodyPr/>
          <a:lstStyle/>
          <a:p>
            <a:fld id="{05EC80F5-209B-44B4-A5B4-DE289323BE27}" type="datetime1">
              <a:rPr lang="en-IN" smtClean="0"/>
              <a:t>07-04-2026</a:t>
            </a:fld>
            <a:endParaRPr lang="en-IN"/>
          </a:p>
        </p:txBody>
      </p:sp>
      <p:sp>
        <p:nvSpPr>
          <p:cNvPr id="3" name="Footer Placeholder 2">
            <a:extLst>
              <a:ext uri="{FF2B5EF4-FFF2-40B4-BE49-F238E27FC236}">
                <a16:creationId xmlns:a16="http://schemas.microsoft.com/office/drawing/2014/main" id="{1F5A3580-A9E8-2F14-3A30-5B487D9C77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FA2776D-5203-8BE0-30C4-0E698D202FEE}"/>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791053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3A4B-8DD2-CC4D-2101-96BD92EC72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676077-8EC7-6664-9ADF-FA2B70879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563445-ED95-BF6E-8400-F494AEE52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F65829-6B42-AF0D-13E9-BE724AADA268}"/>
              </a:ext>
            </a:extLst>
          </p:cNvPr>
          <p:cNvSpPr>
            <a:spLocks noGrp="1"/>
          </p:cNvSpPr>
          <p:nvPr>
            <p:ph type="dt" sz="half" idx="10"/>
          </p:nvPr>
        </p:nvSpPr>
        <p:spPr/>
        <p:txBody>
          <a:bodyPr/>
          <a:lstStyle/>
          <a:p>
            <a:fld id="{8E8A3A10-F14F-427A-B868-4C00BB5C19DE}" type="datetime1">
              <a:rPr lang="en-IN" smtClean="0"/>
              <a:t>07-04-2026</a:t>
            </a:fld>
            <a:endParaRPr lang="en-IN"/>
          </a:p>
        </p:txBody>
      </p:sp>
      <p:sp>
        <p:nvSpPr>
          <p:cNvPr id="6" name="Footer Placeholder 5">
            <a:extLst>
              <a:ext uri="{FF2B5EF4-FFF2-40B4-BE49-F238E27FC236}">
                <a16:creationId xmlns:a16="http://schemas.microsoft.com/office/drawing/2014/main" id="{EC6B8449-C958-1CD4-99EC-40E445805E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D60593-8738-2361-A2BA-952D8462A5A9}"/>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2881513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A057-A915-CC23-DB1A-97CA578AC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95F40E-2F50-8A00-0069-2570049DB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F4EE06-B8F9-77D3-C77E-DACC7EE13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5DF39-C9F2-825E-CB42-5B4CEEC9E1D0}"/>
              </a:ext>
            </a:extLst>
          </p:cNvPr>
          <p:cNvSpPr>
            <a:spLocks noGrp="1"/>
          </p:cNvSpPr>
          <p:nvPr>
            <p:ph type="dt" sz="half" idx="10"/>
          </p:nvPr>
        </p:nvSpPr>
        <p:spPr/>
        <p:txBody>
          <a:bodyPr/>
          <a:lstStyle/>
          <a:p>
            <a:fld id="{30CDAE55-79ED-4BF8-858C-A7C1FEFD509A}" type="datetime1">
              <a:rPr lang="en-IN" smtClean="0"/>
              <a:t>07-04-2026</a:t>
            </a:fld>
            <a:endParaRPr lang="en-IN"/>
          </a:p>
        </p:txBody>
      </p:sp>
      <p:sp>
        <p:nvSpPr>
          <p:cNvPr id="6" name="Footer Placeholder 5">
            <a:extLst>
              <a:ext uri="{FF2B5EF4-FFF2-40B4-BE49-F238E27FC236}">
                <a16:creationId xmlns:a16="http://schemas.microsoft.com/office/drawing/2014/main" id="{759A5F64-4AED-633B-3CD9-6589C1B754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2C672B-6CEB-02A8-3ADF-7D5BAA95130E}"/>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1733182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73A21-05CF-E472-CD09-94AA18FADA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22B156-7F9E-C075-5097-F1F70740C5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817239-3568-050D-C453-092B13871E10}"/>
              </a:ext>
            </a:extLst>
          </p:cNvPr>
          <p:cNvSpPr>
            <a:spLocks noGrp="1"/>
          </p:cNvSpPr>
          <p:nvPr>
            <p:ph type="dt" sz="half" idx="10"/>
          </p:nvPr>
        </p:nvSpPr>
        <p:spPr/>
        <p:txBody>
          <a:bodyPr/>
          <a:lstStyle/>
          <a:p>
            <a:fld id="{8549EFA5-6609-4899-A503-B9714A330566}" type="datetime1">
              <a:rPr lang="en-IN" smtClean="0"/>
              <a:t>07-04-2026</a:t>
            </a:fld>
            <a:endParaRPr lang="en-IN"/>
          </a:p>
        </p:txBody>
      </p:sp>
      <p:sp>
        <p:nvSpPr>
          <p:cNvPr id="5" name="Footer Placeholder 4">
            <a:extLst>
              <a:ext uri="{FF2B5EF4-FFF2-40B4-BE49-F238E27FC236}">
                <a16:creationId xmlns:a16="http://schemas.microsoft.com/office/drawing/2014/main" id="{E447340F-6B53-2D67-EABE-CB46CA434C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D31C2B-3546-FAFB-3D53-A0E489B25976}"/>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1094049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34AF65-5F22-77ED-A325-DE538C178C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692A26-90DB-4B0D-059C-18CD47C04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D6077-231A-6998-AECB-6C4AA55B54BF}"/>
              </a:ext>
            </a:extLst>
          </p:cNvPr>
          <p:cNvSpPr>
            <a:spLocks noGrp="1"/>
          </p:cNvSpPr>
          <p:nvPr>
            <p:ph type="dt" sz="half" idx="10"/>
          </p:nvPr>
        </p:nvSpPr>
        <p:spPr/>
        <p:txBody>
          <a:bodyPr/>
          <a:lstStyle/>
          <a:p>
            <a:fld id="{1905DCB6-0DB1-4A6A-9F50-EF0BA07495BF}" type="datetime1">
              <a:rPr lang="en-IN" smtClean="0"/>
              <a:t>07-04-2026</a:t>
            </a:fld>
            <a:endParaRPr lang="en-IN"/>
          </a:p>
        </p:txBody>
      </p:sp>
      <p:sp>
        <p:nvSpPr>
          <p:cNvPr id="5" name="Footer Placeholder 4">
            <a:extLst>
              <a:ext uri="{FF2B5EF4-FFF2-40B4-BE49-F238E27FC236}">
                <a16:creationId xmlns:a16="http://schemas.microsoft.com/office/drawing/2014/main" id="{0610C789-FBE0-1B67-988D-36E59C49D6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C9C62C-833B-66EA-2ECD-ED9C2CE9680C}"/>
              </a:ext>
            </a:extLst>
          </p:cNvPr>
          <p:cNvSpPr>
            <a:spLocks noGrp="1"/>
          </p:cNvSpPr>
          <p:nvPr>
            <p:ph type="sldNum" sz="quarter" idx="12"/>
          </p:nvPr>
        </p:nvSpPr>
        <p:spPr/>
        <p:txBody>
          <a:bodyPr/>
          <a:lstStyle/>
          <a:p>
            <a:fld id="{36DE7F68-04DF-4980-9C43-8FC3D956035D}" type="slidenum">
              <a:rPr lang="en-IN" smtClean="0"/>
              <a:t>‹#›</a:t>
            </a:fld>
            <a:endParaRPr lang="en-IN"/>
          </a:p>
        </p:txBody>
      </p:sp>
    </p:spTree>
    <p:extLst>
      <p:ext uri="{BB962C8B-B14F-4D97-AF65-F5344CB8AC3E}">
        <p14:creationId xmlns:p14="http://schemas.microsoft.com/office/powerpoint/2010/main" val="341772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864835-44C9-0479-45BE-D41F3BF37B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D81483-9970-9B91-E404-DE23002E43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815FE8-3406-F46D-AC63-4E7619764E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B4211A-9F5F-4B9D-A3B8-06FEBE807C33}" type="datetime1">
              <a:rPr lang="en-IN" smtClean="0"/>
              <a:t>07-04-2026</a:t>
            </a:fld>
            <a:endParaRPr lang="en-IN"/>
          </a:p>
        </p:txBody>
      </p:sp>
      <p:sp>
        <p:nvSpPr>
          <p:cNvPr id="5" name="Footer Placeholder 4">
            <a:extLst>
              <a:ext uri="{FF2B5EF4-FFF2-40B4-BE49-F238E27FC236}">
                <a16:creationId xmlns:a16="http://schemas.microsoft.com/office/drawing/2014/main" id="{A2F091E0-DE6A-C502-630D-C2A3EBD54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C7B3BC-7FB9-BF9B-5827-43D04DCAF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DE7F68-04DF-4980-9C43-8FC3D956035D}" type="slidenum">
              <a:rPr lang="en-IN" smtClean="0"/>
              <a:t>‹#›</a:t>
            </a:fld>
            <a:endParaRPr lang="en-IN"/>
          </a:p>
        </p:txBody>
      </p:sp>
    </p:spTree>
    <p:extLst>
      <p:ext uri="{BB962C8B-B14F-4D97-AF65-F5344CB8AC3E}">
        <p14:creationId xmlns:p14="http://schemas.microsoft.com/office/powerpoint/2010/main" val="1969457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0E74AA-E8F9-458E-B7E4-975A55BA7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942" y="1873045"/>
            <a:ext cx="2393523" cy="2393523"/>
          </a:xfrm>
          <a:prstGeom prst="rect">
            <a:avLst/>
          </a:prstGeom>
        </p:spPr>
      </p:pic>
      <p:sp>
        <p:nvSpPr>
          <p:cNvPr id="7" name="TextBox 6">
            <a:extLst>
              <a:ext uri="{FF2B5EF4-FFF2-40B4-BE49-F238E27FC236}">
                <a16:creationId xmlns:a16="http://schemas.microsoft.com/office/drawing/2014/main" id="{9FF362E5-C424-53BD-CBE9-2136FB3BDCD6}"/>
              </a:ext>
            </a:extLst>
          </p:cNvPr>
          <p:cNvSpPr txBox="1"/>
          <p:nvPr/>
        </p:nvSpPr>
        <p:spPr>
          <a:xfrm>
            <a:off x="838201" y="4554801"/>
            <a:ext cx="11250168" cy="156966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Project Associates:          		    				     Project Guide:	</a:t>
            </a:r>
            <a:endParaRPr lang="en-IN" sz="16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G. Pujitha (22NE1A0439)	 			                      </a:t>
            </a:r>
            <a:r>
              <a:rPr lang="en-IN" dirty="0" err="1">
                <a:latin typeface="Times New Roman" panose="02020603050405020304" pitchFamily="18" charset="0"/>
                <a:cs typeface="Times New Roman" panose="02020603050405020304" pitchFamily="18" charset="0"/>
              </a:rPr>
              <a:t>Mrs.G</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Suseelamma,</a:t>
            </a:r>
            <a:r>
              <a:rPr lang="en-IN" sz="1400" dirty="0" err="1">
                <a:latin typeface="Times New Roman" panose="02020603050405020304" pitchFamily="18" charset="0"/>
                <a:cs typeface="Times New Roman" panose="02020603050405020304" pitchFamily="18" charset="0"/>
              </a:rPr>
              <a:t>M.Tech</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Ph.D</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D. Bhuvan </a:t>
            </a:r>
            <a:r>
              <a:rPr lang="en-US" dirty="0" err="1">
                <a:latin typeface="Times New Roman" panose="02020603050405020304" pitchFamily="18" charset="0"/>
                <a:cs typeface="Times New Roman" panose="02020603050405020304" pitchFamily="18" charset="0"/>
              </a:rPr>
              <a:t>kumar</a:t>
            </a:r>
            <a:r>
              <a:rPr lang="en-US" dirty="0">
                <a:latin typeface="Times New Roman" panose="02020603050405020304" pitchFamily="18" charset="0"/>
                <a:cs typeface="Times New Roman" panose="02020603050405020304" pitchFamily="18" charset="0"/>
              </a:rPr>
              <a:t> (22NE1A0429)</a:t>
            </a:r>
            <a:r>
              <a:rPr lang="en-US" sz="24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Associate Professor</a:t>
            </a:r>
            <a:r>
              <a:rPr lang="en-US"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B. Divya (22NE1A0418)</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G. </a:t>
            </a:r>
            <a:r>
              <a:rPr lang="en-US" dirty="0" err="1">
                <a:latin typeface="Times New Roman" panose="02020603050405020304" pitchFamily="18" charset="0"/>
                <a:cs typeface="Times New Roman" panose="02020603050405020304" pitchFamily="18" charset="0"/>
              </a:rPr>
              <a:t>venu</a:t>
            </a:r>
            <a:r>
              <a:rPr lang="en-US" dirty="0">
                <a:latin typeface="Times New Roman" panose="02020603050405020304" pitchFamily="18" charset="0"/>
                <a:cs typeface="Times New Roman" panose="02020603050405020304" pitchFamily="18" charset="0"/>
              </a:rPr>
              <a:t> (22NE1A0440)      </a:t>
            </a:r>
            <a:r>
              <a:rPr lang="en-US" sz="1400" dirty="0"/>
              <a:t>	</a:t>
            </a:r>
            <a:endParaRPr lang="en-IN" dirty="0"/>
          </a:p>
        </p:txBody>
      </p:sp>
      <p:sp>
        <p:nvSpPr>
          <p:cNvPr id="15" name="TextBox 14">
            <a:extLst>
              <a:ext uri="{FF2B5EF4-FFF2-40B4-BE49-F238E27FC236}">
                <a16:creationId xmlns:a16="http://schemas.microsoft.com/office/drawing/2014/main" id="{E38ADB88-AB04-56A1-6A35-A352480F1AC4}"/>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2" name="Footer Placeholder 1">
            <a:extLst>
              <a:ext uri="{FF2B5EF4-FFF2-40B4-BE49-F238E27FC236}">
                <a16:creationId xmlns:a16="http://schemas.microsoft.com/office/drawing/2014/main" id="{73BDA3DF-0BC6-3D50-AEDF-9B85B3F1A84A}"/>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4E691FF-3D87-0F6F-556B-9B33C6A446A9}"/>
              </a:ext>
            </a:extLst>
          </p:cNvPr>
          <p:cNvGraphicFramePr>
            <a:graphicFrameLocks noGrp="1"/>
          </p:cNvGraphicFramePr>
          <p:nvPr>
            <p:extLst>
              <p:ext uri="{D42A27DB-BD31-4B8C-83A1-F6EECF244321}">
                <p14:modId xmlns:p14="http://schemas.microsoft.com/office/powerpoint/2010/main" val="497033762"/>
              </p:ext>
            </p:extLst>
          </p:nvPr>
        </p:nvGraphicFramePr>
        <p:xfrm>
          <a:off x="838201" y="384537"/>
          <a:ext cx="10582655" cy="1066800"/>
        </p:xfrm>
        <a:graphic>
          <a:graphicData uri="http://schemas.openxmlformats.org/drawingml/2006/table">
            <a:tbl>
              <a:tblPr firstRow="1" bandRow="1">
                <a:tableStyleId>{F5AB1C69-6EDB-4FF4-983F-18BD219EF322}</a:tableStyleId>
              </a:tblPr>
              <a:tblGrid>
                <a:gridCol w="10582655">
                  <a:extLst>
                    <a:ext uri="{9D8B030D-6E8A-4147-A177-3AD203B41FA5}">
                      <a16:colId xmlns:a16="http://schemas.microsoft.com/office/drawing/2014/main" val="3559022158"/>
                    </a:ext>
                  </a:extLst>
                </a:gridCol>
              </a:tblGrid>
              <a:tr h="1060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Image Forgery Detection Using Hybrid CNN-Siamese Networks</a:t>
                      </a:r>
                      <a:endParaRPr lang="en-IN" sz="3200" dirty="0"/>
                    </a:p>
                  </a:txBody>
                  <a:tcPr>
                    <a:solidFill>
                      <a:schemeClr val="tx2">
                        <a:lumMod val="60000"/>
                        <a:lumOff val="40000"/>
                      </a:schemeClr>
                    </a:solidFill>
                  </a:tcPr>
                </a:tc>
                <a:extLst>
                  <a:ext uri="{0D108BD9-81ED-4DB2-BD59-A6C34878D82A}">
                    <a16:rowId xmlns:a16="http://schemas.microsoft.com/office/drawing/2014/main" val="311806679"/>
                  </a:ext>
                </a:extLst>
              </a:tr>
            </a:tbl>
          </a:graphicData>
        </a:graphic>
      </p:graphicFrame>
    </p:spTree>
    <p:extLst>
      <p:ext uri="{BB962C8B-B14F-4D97-AF65-F5344CB8AC3E}">
        <p14:creationId xmlns:p14="http://schemas.microsoft.com/office/powerpoint/2010/main" val="2779657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BAF829-177C-986F-8B97-F74EE2F972D9}"/>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2" name="Footer Placeholder 1">
            <a:extLst>
              <a:ext uri="{FF2B5EF4-FFF2-40B4-BE49-F238E27FC236}">
                <a16:creationId xmlns:a16="http://schemas.microsoft.com/office/drawing/2014/main" id="{6256A015-9845-481D-DAE4-BB1E7E8C613B}"/>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p:txBody>
      </p:sp>
      <p:sp>
        <p:nvSpPr>
          <p:cNvPr id="13" name="object 3">
            <a:extLst>
              <a:ext uri="{FF2B5EF4-FFF2-40B4-BE49-F238E27FC236}">
                <a16:creationId xmlns:a16="http://schemas.microsoft.com/office/drawing/2014/main" id="{772B8C85-7CE9-CC0A-4DE4-D3C97719AAFD}"/>
              </a:ext>
            </a:extLst>
          </p:cNvPr>
          <p:cNvSpPr txBox="1"/>
          <p:nvPr/>
        </p:nvSpPr>
        <p:spPr>
          <a:xfrm>
            <a:off x="1345564" y="2786697"/>
            <a:ext cx="2949575" cy="701040"/>
          </a:xfrm>
          <a:prstGeom prst="rect">
            <a:avLst/>
          </a:prstGeom>
        </p:spPr>
        <p:txBody>
          <a:bodyPr vert="horz" wrap="square" lIns="0" tIns="16510" rIns="0" bIns="0" rtlCol="0">
            <a:spAutoFit/>
          </a:bodyPr>
          <a:lstStyle/>
          <a:p>
            <a:pPr marL="12700">
              <a:lnSpc>
                <a:spcPct val="100000"/>
              </a:lnSpc>
              <a:spcBef>
                <a:spcPts val="130"/>
              </a:spcBef>
            </a:pPr>
            <a:r>
              <a:rPr sz="4400" spc="-10" dirty="0">
                <a:solidFill>
                  <a:srgbClr val="FFFFFF"/>
                </a:solidFill>
                <a:latin typeface="Times New Roman"/>
                <a:cs typeface="Times New Roman"/>
              </a:rPr>
              <a:t>CONTENTS</a:t>
            </a:r>
            <a:endParaRPr sz="4400" dirty="0">
              <a:latin typeface="Times New Roman"/>
              <a:cs typeface="Times New Roman"/>
            </a:endParaRPr>
          </a:p>
        </p:txBody>
      </p:sp>
      <p:sp>
        <p:nvSpPr>
          <p:cNvPr id="8" name="TextBox 7">
            <a:extLst>
              <a:ext uri="{FF2B5EF4-FFF2-40B4-BE49-F238E27FC236}">
                <a16:creationId xmlns:a16="http://schemas.microsoft.com/office/drawing/2014/main" id="{6AFB2723-D6CE-A5CF-2564-840C0627B771}"/>
              </a:ext>
            </a:extLst>
          </p:cNvPr>
          <p:cNvSpPr txBox="1"/>
          <p:nvPr/>
        </p:nvSpPr>
        <p:spPr>
          <a:xfrm>
            <a:off x="395748" y="302047"/>
            <a:ext cx="11400504" cy="584775"/>
          </a:xfrm>
          <a:prstGeom prst="rect">
            <a:avLst/>
          </a:prstGeom>
          <a:solidFill>
            <a:schemeClr val="tx2">
              <a:lumMod val="60000"/>
              <a:lumOff val="40000"/>
            </a:schemeClr>
          </a:solidFill>
        </p:spPr>
        <p:txBody>
          <a:bodyPr wrap="square" rtlCol="0">
            <a:spAutoFit/>
          </a:bodyPr>
          <a:lstStyle/>
          <a:p>
            <a:pPr marL="457200" indent="-457200">
              <a:buFont typeface="Wingdings" panose="05000000000000000000" pitchFamily="2" charset="2"/>
              <a:buChar char="v"/>
            </a:pPr>
            <a:r>
              <a:rPr lang="en-IN" sz="3200" b="1" spc="-10" dirty="0">
                <a:solidFill>
                  <a:srgbClr val="FFFFFF"/>
                </a:solidFill>
                <a:latin typeface="Times New Roman"/>
                <a:cs typeface="Times New Roman"/>
              </a:rPr>
              <a:t>CONTENTS</a:t>
            </a:r>
            <a:endParaRPr lang="en-IN" sz="3200" b="1" dirty="0">
              <a:latin typeface="Times New Roman"/>
              <a:cs typeface="Times New Roman"/>
            </a:endParaRPr>
          </a:p>
        </p:txBody>
      </p:sp>
      <p:sp>
        <p:nvSpPr>
          <p:cNvPr id="9" name="TextBox 8">
            <a:extLst>
              <a:ext uri="{FF2B5EF4-FFF2-40B4-BE49-F238E27FC236}">
                <a16:creationId xmlns:a16="http://schemas.microsoft.com/office/drawing/2014/main" id="{13F5F04C-AD19-7337-8C87-F03B1EFECFE9}"/>
              </a:ext>
            </a:extLst>
          </p:cNvPr>
          <p:cNvSpPr txBox="1"/>
          <p:nvPr/>
        </p:nvSpPr>
        <p:spPr>
          <a:xfrm>
            <a:off x="395748" y="1010232"/>
            <a:ext cx="4867132" cy="5178341"/>
          </a:xfrm>
          <a:prstGeom prst="rect">
            <a:avLst/>
          </a:prstGeom>
          <a:noFill/>
        </p:spPr>
        <p:txBody>
          <a:bodyPr wrap="square">
            <a:spAutoFit/>
          </a:bodyPr>
          <a:lstStyle/>
          <a:p>
            <a:pPr marL="355600" indent="-342900">
              <a:spcBef>
                <a:spcPts val="325"/>
              </a:spcBef>
              <a:buFont typeface="Arial" panose="020B0604020202020204" pitchFamily="34" charset="0"/>
              <a:buChar char="•"/>
              <a:tabLst>
                <a:tab pos="240665" algn="l"/>
              </a:tabLst>
            </a:pPr>
            <a:r>
              <a:rPr lang="en-US" sz="2200" spc="-10" dirty="0">
                <a:latin typeface="Times New Roman"/>
                <a:cs typeface="Times New Roman"/>
              </a:rPr>
              <a:t>Introduction</a:t>
            </a:r>
          </a:p>
          <a:p>
            <a:pPr marL="355600" indent="-342900">
              <a:spcBef>
                <a:spcPts val="325"/>
              </a:spcBef>
              <a:buFont typeface="Arial" panose="020B0604020202020204" pitchFamily="34" charset="0"/>
              <a:buChar char="•"/>
              <a:tabLst>
                <a:tab pos="240665" algn="l"/>
              </a:tabLst>
            </a:pPr>
            <a:r>
              <a:rPr lang="en-US" sz="2200" spc="-10" dirty="0">
                <a:latin typeface="Times New Roman"/>
                <a:cs typeface="Times New Roman"/>
              </a:rPr>
              <a:t>CNN + Resnet 18 Architecture</a:t>
            </a:r>
            <a:endParaRPr lang="en-US" sz="2200" dirty="0">
              <a:latin typeface="Times New Roman"/>
              <a:cs typeface="Times New Roman"/>
            </a:endParaRPr>
          </a:p>
          <a:p>
            <a:pPr marL="355600" indent="-342900">
              <a:spcBef>
                <a:spcPts val="229"/>
              </a:spcBef>
              <a:buFont typeface="Arial" panose="020B0604020202020204" pitchFamily="34" charset="0"/>
              <a:buChar char="•"/>
              <a:tabLst>
                <a:tab pos="240665" algn="l"/>
              </a:tabLst>
            </a:pPr>
            <a:r>
              <a:rPr lang="en-US" sz="2200" dirty="0">
                <a:latin typeface="Times New Roman"/>
                <a:cs typeface="Times New Roman"/>
              </a:rPr>
              <a:t>Literature</a:t>
            </a:r>
            <a:r>
              <a:rPr lang="en-US" sz="2200" spc="95" dirty="0">
                <a:latin typeface="Times New Roman"/>
                <a:cs typeface="Times New Roman"/>
              </a:rPr>
              <a:t> </a:t>
            </a:r>
            <a:r>
              <a:rPr lang="en-US" sz="2200" spc="-10" dirty="0">
                <a:latin typeface="Times New Roman"/>
                <a:cs typeface="Times New Roman"/>
              </a:rPr>
              <a:t>Review</a:t>
            </a:r>
            <a:endParaRPr lang="en-US" sz="2200" dirty="0">
              <a:latin typeface="Times New Roman"/>
              <a:cs typeface="Times New Roman"/>
            </a:endParaRPr>
          </a:p>
          <a:p>
            <a:pPr marL="355600" indent="-342900">
              <a:spcBef>
                <a:spcPts val="229"/>
              </a:spcBef>
              <a:buFont typeface="Arial" panose="020B0604020202020204" pitchFamily="34" charset="0"/>
              <a:buChar char="•"/>
              <a:tabLst>
                <a:tab pos="240665" algn="l"/>
              </a:tabLst>
            </a:pPr>
            <a:r>
              <a:rPr lang="en-US" sz="2200" spc="-10" dirty="0">
                <a:latin typeface="Times New Roman"/>
                <a:cs typeface="Times New Roman"/>
              </a:rPr>
              <a:t>Motivation</a:t>
            </a:r>
          </a:p>
          <a:p>
            <a:pPr marL="355600" indent="-342900">
              <a:spcBef>
                <a:spcPts val="229"/>
              </a:spcBef>
              <a:buFont typeface="Arial" panose="020B0604020202020204" pitchFamily="34" charset="0"/>
              <a:buChar char="•"/>
              <a:tabLst>
                <a:tab pos="240665" algn="l"/>
              </a:tabLst>
            </a:pPr>
            <a:r>
              <a:rPr lang="en-US" sz="2200" dirty="0">
                <a:latin typeface="Times New Roman"/>
                <a:cs typeface="Times New Roman"/>
              </a:rPr>
              <a:t>Problem</a:t>
            </a:r>
            <a:r>
              <a:rPr lang="en-US" sz="2200" spc="145" dirty="0">
                <a:latin typeface="Times New Roman"/>
                <a:cs typeface="Times New Roman"/>
              </a:rPr>
              <a:t> </a:t>
            </a:r>
            <a:r>
              <a:rPr lang="en-US" sz="2200" spc="-10" dirty="0">
                <a:latin typeface="Times New Roman"/>
                <a:cs typeface="Times New Roman"/>
              </a:rPr>
              <a:t>Statement</a:t>
            </a:r>
            <a:endParaRPr lang="en-US" sz="2200" dirty="0">
              <a:latin typeface="Times New Roman"/>
              <a:cs typeface="Times New Roman"/>
            </a:endParaRPr>
          </a:p>
          <a:p>
            <a:pPr marL="355600" indent="-342900">
              <a:spcBef>
                <a:spcPts val="229"/>
              </a:spcBef>
              <a:buFont typeface="Arial" panose="020B0604020202020204" pitchFamily="34" charset="0"/>
              <a:buChar char="•"/>
              <a:tabLst>
                <a:tab pos="240665" algn="l"/>
              </a:tabLst>
            </a:pPr>
            <a:r>
              <a:rPr lang="en-US" sz="2200" spc="-10" dirty="0">
                <a:latin typeface="Times New Roman"/>
                <a:cs typeface="Times New Roman"/>
              </a:rPr>
              <a:t>Objective</a:t>
            </a:r>
          </a:p>
          <a:p>
            <a:pPr marL="355600" indent="-342900">
              <a:spcBef>
                <a:spcPts val="229"/>
              </a:spcBef>
              <a:buFont typeface="Arial" panose="020B0604020202020204" pitchFamily="34" charset="0"/>
              <a:buChar char="•"/>
              <a:tabLst>
                <a:tab pos="240665" algn="l"/>
              </a:tabLst>
            </a:pPr>
            <a:r>
              <a:rPr lang="en-US" sz="2200" spc="-10" dirty="0">
                <a:latin typeface="Times New Roman"/>
                <a:cs typeface="Times New Roman"/>
              </a:rPr>
              <a:t>Existing Methodology</a:t>
            </a:r>
          </a:p>
          <a:p>
            <a:pPr marL="355600" indent="-342900">
              <a:spcBef>
                <a:spcPts val="229"/>
              </a:spcBef>
              <a:buFont typeface="Arial" panose="020B0604020202020204" pitchFamily="34" charset="0"/>
              <a:buChar char="•"/>
              <a:tabLst>
                <a:tab pos="240665" algn="l"/>
              </a:tabLst>
            </a:pPr>
            <a:r>
              <a:rPr lang="en-US" sz="2200" spc="-10" dirty="0">
                <a:latin typeface="Times New Roman"/>
                <a:cs typeface="Times New Roman"/>
              </a:rPr>
              <a:t>Proposed Methodology</a:t>
            </a:r>
            <a:endParaRPr lang="en-US" sz="2200" dirty="0">
              <a:latin typeface="Times New Roman"/>
              <a:cs typeface="Times New Roman"/>
            </a:endParaRPr>
          </a:p>
          <a:p>
            <a:pPr marL="355600" indent="-342900">
              <a:spcBef>
                <a:spcPts val="229"/>
              </a:spcBef>
              <a:buFont typeface="Arial" panose="020B0604020202020204" pitchFamily="34" charset="0"/>
              <a:buChar char="•"/>
              <a:tabLst>
                <a:tab pos="241300" algn="l"/>
              </a:tabLst>
            </a:pPr>
            <a:r>
              <a:rPr lang="en-US" sz="2200" dirty="0">
                <a:latin typeface="Times New Roman"/>
                <a:cs typeface="Times New Roman"/>
              </a:rPr>
              <a:t>Tools</a:t>
            </a:r>
            <a:r>
              <a:rPr lang="en-US" sz="2200" spc="-90" dirty="0">
                <a:latin typeface="Times New Roman"/>
                <a:cs typeface="Times New Roman"/>
              </a:rPr>
              <a:t> </a:t>
            </a:r>
            <a:r>
              <a:rPr lang="en-US" sz="2200" spc="-10" dirty="0">
                <a:latin typeface="Times New Roman"/>
                <a:cs typeface="Times New Roman"/>
              </a:rPr>
              <a:t>Required</a:t>
            </a:r>
          </a:p>
          <a:p>
            <a:pPr marL="355600" indent="-342900">
              <a:spcBef>
                <a:spcPts val="229"/>
              </a:spcBef>
              <a:buFont typeface="Arial" panose="020B0604020202020204" pitchFamily="34" charset="0"/>
              <a:buChar char="•"/>
              <a:tabLst>
                <a:tab pos="241300" algn="l"/>
              </a:tabLst>
            </a:pPr>
            <a:r>
              <a:rPr lang="en-US" sz="2200" spc="-10" dirty="0">
                <a:latin typeface="Times New Roman"/>
                <a:cs typeface="Times New Roman"/>
              </a:rPr>
              <a:t>Advantages and Applications</a:t>
            </a:r>
          </a:p>
          <a:p>
            <a:pPr marL="355600" indent="-342900">
              <a:spcBef>
                <a:spcPts val="229"/>
              </a:spcBef>
              <a:buFont typeface="Arial" panose="020B0604020202020204" pitchFamily="34" charset="0"/>
              <a:buChar char="•"/>
              <a:tabLst>
                <a:tab pos="241300" algn="l"/>
              </a:tabLst>
            </a:pPr>
            <a:r>
              <a:rPr lang="en-US" sz="2200" spc="-10" dirty="0">
                <a:latin typeface="Times New Roman"/>
                <a:cs typeface="Times New Roman"/>
              </a:rPr>
              <a:t>Quantitative Result Analysis</a:t>
            </a:r>
          </a:p>
          <a:p>
            <a:pPr marL="355600" indent="-342900">
              <a:spcBef>
                <a:spcPts val="229"/>
              </a:spcBef>
              <a:buFont typeface="Arial" panose="020B0604020202020204" pitchFamily="34" charset="0"/>
              <a:buChar char="•"/>
              <a:tabLst>
                <a:tab pos="241300" algn="l"/>
              </a:tabLst>
            </a:pPr>
            <a:r>
              <a:rPr lang="en-US" sz="2200" spc="-10" dirty="0">
                <a:latin typeface="Times New Roman"/>
                <a:cs typeface="Times New Roman"/>
              </a:rPr>
              <a:t>Conclusion</a:t>
            </a:r>
          </a:p>
          <a:p>
            <a:pPr marL="355600" indent="-342900">
              <a:spcBef>
                <a:spcPts val="229"/>
              </a:spcBef>
              <a:buFont typeface="Arial" panose="020B0604020202020204" pitchFamily="34" charset="0"/>
              <a:buChar char="•"/>
              <a:tabLst>
                <a:tab pos="241300" algn="l"/>
              </a:tabLst>
            </a:pPr>
            <a:r>
              <a:rPr lang="en-US" sz="2200" spc="-10" dirty="0">
                <a:latin typeface="Times New Roman"/>
                <a:cs typeface="Times New Roman"/>
              </a:rPr>
              <a:t>Future Work</a:t>
            </a:r>
          </a:p>
          <a:p>
            <a:pPr marL="355600" indent="-342900">
              <a:spcBef>
                <a:spcPts val="229"/>
              </a:spcBef>
              <a:buFont typeface="Arial" panose="020B0604020202020204" pitchFamily="34" charset="0"/>
              <a:buChar char="•"/>
              <a:tabLst>
                <a:tab pos="241300" algn="l"/>
              </a:tabLst>
            </a:pPr>
            <a:r>
              <a:rPr lang="en-US" sz="2200" spc="-10" dirty="0">
                <a:latin typeface="Times New Roman"/>
                <a:cs typeface="Times New Roman"/>
              </a:rPr>
              <a:t>References</a:t>
            </a:r>
          </a:p>
        </p:txBody>
      </p:sp>
    </p:spTree>
    <p:extLst>
      <p:ext uri="{BB962C8B-B14F-4D97-AF65-F5344CB8AC3E}">
        <p14:creationId xmlns:p14="http://schemas.microsoft.com/office/powerpoint/2010/main" val="60313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B3525C2-3C74-F9F6-DCF7-7BABE0BD8A9E}"/>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3" name="Footer Placeholder 2">
            <a:extLst>
              <a:ext uri="{FF2B5EF4-FFF2-40B4-BE49-F238E27FC236}">
                <a16:creationId xmlns:a16="http://schemas.microsoft.com/office/drawing/2014/main" id="{5539AB84-C444-F658-270D-3D066B448AC7}"/>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50A15CF-E191-3306-F75D-B3412770B075}"/>
              </a:ext>
            </a:extLst>
          </p:cNvPr>
          <p:cNvSpPr>
            <a:spLocks noGrp="1"/>
          </p:cNvSpPr>
          <p:nvPr>
            <p:ph type="title"/>
          </p:nvPr>
        </p:nvSpPr>
        <p:spPr>
          <a:xfrm>
            <a:off x="283464" y="63940"/>
            <a:ext cx="11429999" cy="726256"/>
          </a:xfrm>
          <a:solidFill>
            <a:schemeClr val="tx2">
              <a:lumMod val="60000"/>
              <a:lumOff val="40000"/>
            </a:schemeClr>
          </a:solidFill>
        </p:spPr>
        <p:txBody>
          <a:bodyPr>
            <a:normAutofit/>
          </a:bodyPr>
          <a:lstStyle/>
          <a:p>
            <a:pPr marL="457200" indent="-457200">
              <a:buFont typeface="Wingdings" panose="05000000000000000000" pitchFamily="2" charset="2"/>
              <a:buChar char="v"/>
            </a:pPr>
            <a:r>
              <a:rPr lang="en-IN" sz="3200" b="1" dirty="0">
                <a:solidFill>
                  <a:schemeClr val="bg1"/>
                </a:solidFill>
                <a:latin typeface="Times New Roman" panose="02020603050405020304" pitchFamily="18" charset="0"/>
                <a:cs typeface="Times New Roman" panose="02020603050405020304" pitchFamily="18" charset="0"/>
              </a:rPr>
              <a:t>Introduction</a:t>
            </a:r>
            <a:endParaRPr lang="en-IN" sz="3200" dirty="0">
              <a:solidFill>
                <a:schemeClr val="bg1"/>
              </a:solidFill>
            </a:endParaRPr>
          </a:p>
        </p:txBody>
      </p:sp>
      <p:sp>
        <p:nvSpPr>
          <p:cNvPr id="6" name="Text Placeholder 5">
            <a:extLst>
              <a:ext uri="{FF2B5EF4-FFF2-40B4-BE49-F238E27FC236}">
                <a16:creationId xmlns:a16="http://schemas.microsoft.com/office/drawing/2014/main" id="{F50F5625-6CF8-0FF3-BBC7-675B1244EAF2}"/>
              </a:ext>
            </a:extLst>
          </p:cNvPr>
          <p:cNvSpPr>
            <a:spLocks noGrp="1"/>
          </p:cNvSpPr>
          <p:nvPr>
            <p:ph type="body" idx="1"/>
          </p:nvPr>
        </p:nvSpPr>
        <p:spPr>
          <a:xfrm>
            <a:off x="283464" y="846541"/>
            <a:ext cx="11429998" cy="5430434"/>
          </a:xfrm>
        </p:spPr>
        <p:txBody>
          <a:bodyPr/>
          <a:lstStyle/>
          <a:p>
            <a:pPr lvl="0" eaLnBrk="0" fontAlgn="base" hangingPunct="0">
              <a:lnSpc>
                <a:spcPct val="15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Digital images play a crucial role in journalism, social media, and forensic investigations. </a:t>
            </a:r>
          </a:p>
          <a:p>
            <a:pPr lvl="0" eaLnBrk="0" fontAlgn="base" hangingPunct="0">
              <a:lnSpc>
                <a:spcPct val="15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Advanced image editing tools have made manipulation easy, increasing the risk of misinformation. </a:t>
            </a:r>
          </a:p>
          <a:p>
            <a:pPr lvl="0" eaLnBrk="0" fontAlgn="base" hangingPunct="0">
              <a:lnSpc>
                <a:spcPct val="15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Manual detection of forged images is challenging due to subtle and imperceptible changes. </a:t>
            </a:r>
          </a:p>
          <a:p>
            <a:pPr lvl="0" eaLnBrk="0" fontAlgn="base" hangingPunct="0">
              <a:lnSpc>
                <a:spcPct val="15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Common forgery types include copy-move, splicing, object insertion/removal, and retouching. </a:t>
            </a:r>
          </a:p>
          <a:p>
            <a:endParaRPr lang="en-IN" dirty="0"/>
          </a:p>
        </p:txBody>
      </p:sp>
      <p:pic>
        <p:nvPicPr>
          <p:cNvPr id="9" name="Picture 8">
            <a:extLst>
              <a:ext uri="{FF2B5EF4-FFF2-40B4-BE49-F238E27FC236}">
                <a16:creationId xmlns:a16="http://schemas.microsoft.com/office/drawing/2014/main" id="{76B3570D-089B-3C0D-A065-BB88580E0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 y="2795336"/>
            <a:ext cx="4607852" cy="2463153"/>
          </a:xfrm>
          <a:prstGeom prst="rect">
            <a:avLst/>
          </a:prstGeom>
        </p:spPr>
      </p:pic>
      <p:sp>
        <p:nvSpPr>
          <p:cNvPr id="12" name="TextBox 11">
            <a:extLst>
              <a:ext uri="{FF2B5EF4-FFF2-40B4-BE49-F238E27FC236}">
                <a16:creationId xmlns:a16="http://schemas.microsoft.com/office/drawing/2014/main" id="{A5D2B33D-148B-73C0-2EF5-4023AF4A4BD1}"/>
              </a:ext>
            </a:extLst>
          </p:cNvPr>
          <p:cNvSpPr txBox="1"/>
          <p:nvPr/>
        </p:nvSpPr>
        <p:spPr>
          <a:xfrm>
            <a:off x="478538" y="5372826"/>
            <a:ext cx="5449615"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 1. Example of two images (a and b) being spliced to generate the image (c) [3]</a:t>
            </a:r>
            <a:endParaRPr lang="en-IN" sz="1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128CB9A3-3AEA-C9C9-6C9C-1901F20477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953" y="2881069"/>
            <a:ext cx="3712506" cy="2357674"/>
          </a:xfrm>
          <a:prstGeom prst="rect">
            <a:avLst/>
          </a:prstGeom>
        </p:spPr>
      </p:pic>
      <p:sp>
        <p:nvSpPr>
          <p:cNvPr id="16" name="TextBox 15">
            <a:extLst>
              <a:ext uri="{FF2B5EF4-FFF2-40B4-BE49-F238E27FC236}">
                <a16:creationId xmlns:a16="http://schemas.microsoft.com/office/drawing/2014/main" id="{7215CAF1-367D-456F-A1DC-61B7A00ABA59}"/>
              </a:ext>
            </a:extLst>
          </p:cNvPr>
          <p:cNvSpPr txBox="1"/>
          <p:nvPr/>
        </p:nvSpPr>
        <p:spPr>
          <a:xfrm>
            <a:off x="6512953" y="5257794"/>
            <a:ext cx="3888347"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 2. Example of an image (a) being forged using the retouching to generate image (b)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0689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D07187B-EC70-850A-2F8E-791934B0D22D}"/>
              </a:ext>
            </a:extLst>
          </p:cNvPr>
          <p:cNvSpPr>
            <a:spLocks noGrp="1"/>
          </p:cNvSpPr>
          <p:nvPr>
            <p:ph type="ftr" sz="quarter" idx="11"/>
          </p:nvPr>
        </p:nvSpPr>
        <p:spPr/>
        <p:txBody>
          <a:bodyPr/>
          <a:lstStyle/>
          <a:p>
            <a:r>
              <a:rPr lang="en-IN" dirty="0"/>
              <a:t>4</a:t>
            </a:r>
          </a:p>
        </p:txBody>
      </p:sp>
      <p:sp>
        <p:nvSpPr>
          <p:cNvPr id="5" name="Title 1">
            <a:extLst>
              <a:ext uri="{FF2B5EF4-FFF2-40B4-BE49-F238E27FC236}">
                <a16:creationId xmlns:a16="http://schemas.microsoft.com/office/drawing/2014/main" id="{36E66CAE-6178-B3D9-74BD-03729CAD103E}"/>
              </a:ext>
            </a:extLst>
          </p:cNvPr>
          <p:cNvSpPr txBox="1">
            <a:spLocks/>
          </p:cNvSpPr>
          <p:nvPr/>
        </p:nvSpPr>
        <p:spPr>
          <a:xfrm>
            <a:off x="246890" y="158817"/>
            <a:ext cx="11490366" cy="612772"/>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9" name="TextBox 8">
            <a:extLst>
              <a:ext uri="{FF2B5EF4-FFF2-40B4-BE49-F238E27FC236}">
                <a16:creationId xmlns:a16="http://schemas.microsoft.com/office/drawing/2014/main" id="{32154850-F4A2-1C82-4819-53567C4D5C95}"/>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F7D36370-1EE4-5ABB-804E-4F262D6D61AA}"/>
              </a:ext>
            </a:extLst>
          </p:cNvPr>
          <p:cNvSpPr>
            <a:spLocks noGrp="1"/>
          </p:cNvSpPr>
          <p:nvPr>
            <p:ph idx="1"/>
          </p:nvPr>
        </p:nvSpPr>
        <p:spPr>
          <a:xfrm>
            <a:off x="542163" y="971147"/>
            <a:ext cx="8420859" cy="5413375"/>
          </a:xfrm>
        </p:spPr>
        <p:txBody>
          <a:bodyPr>
            <a:normAutofit fontScale="32500" lnSpcReduction="20000"/>
          </a:bodyPr>
          <a:lstStyle/>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Traditional forgery detection methods rely on handcrafted features and domain expertise. </a:t>
            </a:r>
          </a:p>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These methods are highly sensitive to noise, compression, and post-processing operations.</a:t>
            </a:r>
            <a:endParaRPr lang="en-US" sz="6200" dirty="0">
              <a:latin typeface="Times New Roman" panose="02020603050405020304" pitchFamily="18" charset="0"/>
              <a:cs typeface="Times New Roman" panose="02020603050405020304" pitchFamily="18" charset="0"/>
            </a:endParaRPr>
          </a:p>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Existing CNN-based approaches are often trained on limited or single datasets. </a:t>
            </a:r>
          </a:p>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Most deep learning models focus only on binary classification (real vs fake). </a:t>
            </a:r>
          </a:p>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Such models fail to generalize well to unseen forgery types and real-world scenarios. </a:t>
            </a:r>
          </a:p>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Many existing approaches lack interpretability and do not highlight tampered regions. </a:t>
            </a:r>
          </a:p>
          <a:p>
            <a:pPr marL="0" lvl="0" indent="0" algn="just" eaLnBrk="0" fontAlgn="base" hangingPunct="0">
              <a:lnSpc>
                <a:spcPct val="170000"/>
              </a:lnSpc>
              <a:spcBef>
                <a:spcPct val="0"/>
              </a:spcBef>
              <a:spcAft>
                <a:spcPct val="0"/>
              </a:spcAft>
              <a:buFontTx/>
              <a:buChar char="•"/>
            </a:pPr>
            <a:r>
              <a:rPr lang="en-US" altLang="en-US" sz="6200" dirty="0">
                <a:latin typeface="Times New Roman" panose="02020603050405020304" pitchFamily="18" charset="0"/>
                <a:cs typeface="Times New Roman" panose="02020603050405020304" pitchFamily="18" charset="0"/>
              </a:rPr>
              <a:t>The proposed method introduces a hybrid CNN–Siamese network architecture. </a:t>
            </a: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D5A67F8-C05C-ACB0-C71B-EBC7DB1EA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3024" y="2190750"/>
            <a:ext cx="2867025" cy="1616362"/>
          </a:xfrm>
          <a:prstGeom prst="rect">
            <a:avLst/>
          </a:prstGeom>
        </p:spPr>
      </p:pic>
      <p:sp>
        <p:nvSpPr>
          <p:cNvPr id="11" name="TextBox 10">
            <a:extLst>
              <a:ext uri="{FF2B5EF4-FFF2-40B4-BE49-F238E27FC236}">
                <a16:creationId xmlns:a16="http://schemas.microsoft.com/office/drawing/2014/main" id="{4DDCAFA2-659C-E0F3-DB2D-E3B3A1248110}"/>
              </a:ext>
            </a:extLst>
          </p:cNvPr>
          <p:cNvSpPr txBox="1"/>
          <p:nvPr/>
        </p:nvSpPr>
        <p:spPr>
          <a:xfrm>
            <a:off x="8963023" y="3863457"/>
            <a:ext cx="2982087" cy="830997"/>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 3. Example of an image (a) being forged using deepfake to generate the image (b)</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564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CCD97D-30DA-3934-7218-15777BD4EADB}"/>
              </a:ext>
            </a:extLst>
          </p:cNvPr>
          <p:cNvSpPr>
            <a:spLocks noGrp="1"/>
          </p:cNvSpPr>
          <p:nvPr>
            <p:ph type="ftr" sz="quarter" idx="11"/>
          </p:nvPr>
        </p:nvSpPr>
        <p:spPr/>
        <p:txBody>
          <a:bodyPr/>
          <a:lstStyle/>
          <a:p>
            <a:r>
              <a:rPr lang="en-IN" dirty="0"/>
              <a:t>5</a:t>
            </a:r>
          </a:p>
        </p:txBody>
      </p:sp>
      <p:sp>
        <p:nvSpPr>
          <p:cNvPr id="5" name="Title 1">
            <a:extLst>
              <a:ext uri="{FF2B5EF4-FFF2-40B4-BE49-F238E27FC236}">
                <a16:creationId xmlns:a16="http://schemas.microsoft.com/office/drawing/2014/main" id="{EFC87F84-5D60-625C-3574-913C8C711F45}"/>
              </a:ext>
            </a:extLst>
          </p:cNvPr>
          <p:cNvSpPr txBox="1">
            <a:spLocks/>
          </p:cNvSpPr>
          <p:nvPr/>
        </p:nvSpPr>
        <p:spPr>
          <a:xfrm>
            <a:off x="246890" y="158817"/>
            <a:ext cx="11490366" cy="481263"/>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solidFill>
                  <a:schemeClr val="bg1"/>
                </a:solidFill>
                <a:latin typeface="Times New Roman" panose="02020603050405020304" pitchFamily="18" charset="0"/>
                <a:cs typeface="Times New Roman" panose="02020603050405020304" pitchFamily="18" charset="0"/>
              </a:rPr>
              <a:t>                                   CNN + ResNet 18    Architecture</a:t>
            </a:r>
            <a:endParaRPr lang="en-IN" sz="2800" dirty="0">
              <a:solidFill>
                <a:schemeClr val="bg1"/>
              </a:solidFill>
            </a:endParaRPr>
          </a:p>
        </p:txBody>
      </p:sp>
      <p:sp>
        <p:nvSpPr>
          <p:cNvPr id="6" name="TextBox 5">
            <a:extLst>
              <a:ext uri="{FF2B5EF4-FFF2-40B4-BE49-F238E27FC236}">
                <a16:creationId xmlns:a16="http://schemas.microsoft.com/office/drawing/2014/main" id="{5DCC0291-67BD-8A46-A731-E97FFB3A7E65}"/>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0FF1C7DA-42AD-5314-E70D-9ADBF123847B}"/>
              </a:ext>
            </a:extLst>
          </p:cNvPr>
          <p:cNvSpPr/>
          <p:nvPr/>
        </p:nvSpPr>
        <p:spPr>
          <a:xfrm>
            <a:off x="4791075" y="802241"/>
            <a:ext cx="1762125" cy="481263"/>
          </a:xfrm>
          <a:prstGeom prst="rect">
            <a:avLst/>
          </a:prstGeom>
        </p:spPr>
        <p:style>
          <a:lnRef idx="2">
            <a:schemeClr val="accent1">
              <a:shade val="15000"/>
            </a:schemeClr>
          </a:lnRef>
          <a:fillRef idx="1001">
            <a:schemeClr val="lt1"/>
          </a:fillRef>
          <a:effectRef idx="0">
            <a:schemeClr val="accent1"/>
          </a:effectRef>
          <a:fontRef idx="minor">
            <a:schemeClr val="lt1"/>
          </a:fontRef>
        </p:style>
        <p:txBody>
          <a:bodyPr rtlCol="0" anchor="ctr"/>
          <a:lstStyle/>
          <a:p>
            <a:pPr algn="ctr"/>
            <a:r>
              <a:rPr lang="en-IN" sz="2000" dirty="0">
                <a:latin typeface="Times New Roman" panose="02020603050405020304" pitchFamily="18" charset="0"/>
                <a:cs typeface="Times New Roman" panose="02020603050405020304" pitchFamily="18" charset="0"/>
              </a:rPr>
              <a:t>II</a:t>
            </a:r>
            <a:r>
              <a:rPr lang="en-IN" sz="20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Input Image</a:t>
            </a:r>
            <a:endParaRPr lang="en-IN" sz="20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B468BE27-0833-766C-946E-28071885E64F}"/>
              </a:ext>
            </a:extLst>
          </p:cNvPr>
          <p:cNvSpPr/>
          <p:nvPr/>
        </p:nvSpPr>
        <p:spPr>
          <a:xfrm>
            <a:off x="4791075" y="1626268"/>
            <a:ext cx="1762125" cy="4812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Preprocessing</a:t>
            </a:r>
          </a:p>
        </p:txBody>
      </p:sp>
      <p:sp>
        <p:nvSpPr>
          <p:cNvPr id="9" name="Rectangle 8">
            <a:extLst>
              <a:ext uri="{FF2B5EF4-FFF2-40B4-BE49-F238E27FC236}">
                <a16:creationId xmlns:a16="http://schemas.microsoft.com/office/drawing/2014/main" id="{EA036AA8-BD7E-6F65-7465-6E8C096E3110}"/>
              </a:ext>
            </a:extLst>
          </p:cNvPr>
          <p:cNvSpPr/>
          <p:nvPr/>
        </p:nvSpPr>
        <p:spPr>
          <a:xfrm>
            <a:off x="4791075" y="2409825"/>
            <a:ext cx="1762126" cy="4812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CNN Layers</a:t>
            </a:r>
            <a:endParaRPr lang="en-IN" dirty="0"/>
          </a:p>
        </p:txBody>
      </p:sp>
      <p:sp>
        <p:nvSpPr>
          <p:cNvPr id="10" name="Rectangle 9">
            <a:extLst>
              <a:ext uri="{FF2B5EF4-FFF2-40B4-BE49-F238E27FC236}">
                <a16:creationId xmlns:a16="http://schemas.microsoft.com/office/drawing/2014/main" id="{B195D1CC-5D24-795A-0E92-0D6687DD61B2}"/>
              </a:ext>
            </a:extLst>
          </p:cNvPr>
          <p:cNvSpPr/>
          <p:nvPr/>
        </p:nvSpPr>
        <p:spPr>
          <a:xfrm>
            <a:off x="4424362" y="3193382"/>
            <a:ext cx="2495550" cy="4812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ResNet-18 Backbone</a:t>
            </a:r>
          </a:p>
        </p:txBody>
      </p:sp>
      <p:sp>
        <p:nvSpPr>
          <p:cNvPr id="11" name="Rectangle 10">
            <a:extLst>
              <a:ext uri="{FF2B5EF4-FFF2-40B4-BE49-F238E27FC236}">
                <a16:creationId xmlns:a16="http://schemas.microsoft.com/office/drawing/2014/main" id="{5D9010F0-1D28-C7EC-9479-96945C37D1D2}"/>
              </a:ext>
            </a:extLst>
          </p:cNvPr>
          <p:cNvSpPr/>
          <p:nvPr/>
        </p:nvSpPr>
        <p:spPr>
          <a:xfrm>
            <a:off x="4183855" y="3995989"/>
            <a:ext cx="2976563" cy="4812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Global Average Pooling</a:t>
            </a:r>
          </a:p>
        </p:txBody>
      </p:sp>
      <p:sp>
        <p:nvSpPr>
          <p:cNvPr id="12" name="Rectangle 11">
            <a:extLst>
              <a:ext uri="{FF2B5EF4-FFF2-40B4-BE49-F238E27FC236}">
                <a16:creationId xmlns:a16="http://schemas.microsoft.com/office/drawing/2014/main" id="{EB294A02-7299-2233-C8F2-93857AA1EA84}"/>
              </a:ext>
            </a:extLst>
          </p:cNvPr>
          <p:cNvSpPr/>
          <p:nvPr/>
        </p:nvSpPr>
        <p:spPr>
          <a:xfrm>
            <a:off x="4183855" y="4770186"/>
            <a:ext cx="2976563" cy="4812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Fully Connected Layer</a:t>
            </a:r>
          </a:p>
        </p:txBody>
      </p:sp>
      <p:sp>
        <p:nvSpPr>
          <p:cNvPr id="13" name="Rectangle 12">
            <a:extLst>
              <a:ext uri="{FF2B5EF4-FFF2-40B4-BE49-F238E27FC236}">
                <a16:creationId xmlns:a16="http://schemas.microsoft.com/office/drawing/2014/main" id="{44E24641-8049-C74B-0FD3-8EEE8D399D21}"/>
              </a:ext>
            </a:extLst>
          </p:cNvPr>
          <p:cNvSpPr/>
          <p:nvPr/>
        </p:nvSpPr>
        <p:spPr>
          <a:xfrm>
            <a:off x="4183854" y="5574496"/>
            <a:ext cx="2976563" cy="4812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Output (Real / Fake</a:t>
            </a:r>
            <a:r>
              <a:rPr lang="en-IN" dirty="0">
                <a:ln w="0"/>
                <a:solidFill>
                  <a:schemeClr val="tx1"/>
                </a:solidFill>
                <a:effectLst>
                  <a:outerShdw blurRad="38100" dist="19050" dir="2700000" algn="tl" rotWithShape="0">
                    <a:schemeClr val="dk1">
                      <a:alpha val="40000"/>
                    </a:schemeClr>
                  </a:outerShdw>
                </a:effectLst>
              </a:rPr>
              <a:t>)</a:t>
            </a:r>
          </a:p>
        </p:txBody>
      </p:sp>
      <p:cxnSp>
        <p:nvCxnSpPr>
          <p:cNvPr id="15" name="Straight Arrow Connector 14">
            <a:extLst>
              <a:ext uri="{FF2B5EF4-FFF2-40B4-BE49-F238E27FC236}">
                <a16:creationId xmlns:a16="http://schemas.microsoft.com/office/drawing/2014/main" id="{8270B582-D2EF-6C0E-F9A5-6A7F186319CA}"/>
              </a:ext>
            </a:extLst>
          </p:cNvPr>
          <p:cNvCxnSpPr>
            <a:cxnSpLocks/>
            <a:stCxn id="7" idx="2"/>
            <a:endCxn id="8" idx="0"/>
          </p:cNvCxnSpPr>
          <p:nvPr/>
        </p:nvCxnSpPr>
        <p:spPr>
          <a:xfrm>
            <a:off x="5672138" y="1283504"/>
            <a:ext cx="0" cy="3427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631271D-2A67-D40A-1951-651F66C9DB31}"/>
              </a:ext>
            </a:extLst>
          </p:cNvPr>
          <p:cNvCxnSpPr>
            <a:cxnSpLocks/>
            <a:stCxn id="8" idx="2"/>
            <a:endCxn id="9" idx="0"/>
          </p:cNvCxnSpPr>
          <p:nvPr/>
        </p:nvCxnSpPr>
        <p:spPr>
          <a:xfrm>
            <a:off x="5672138" y="2107531"/>
            <a:ext cx="0" cy="3022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296FD184-C8EE-9444-505A-518FE4E2F405}"/>
              </a:ext>
            </a:extLst>
          </p:cNvPr>
          <p:cNvCxnSpPr>
            <a:cxnSpLocks/>
            <a:stCxn id="9" idx="2"/>
            <a:endCxn id="10" idx="0"/>
          </p:cNvCxnSpPr>
          <p:nvPr/>
        </p:nvCxnSpPr>
        <p:spPr>
          <a:xfrm flipH="1">
            <a:off x="5672137" y="2891088"/>
            <a:ext cx="1" cy="3022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05F01BA6-44AD-D361-F342-930BCF77511E}"/>
              </a:ext>
            </a:extLst>
          </p:cNvPr>
          <p:cNvCxnSpPr>
            <a:cxnSpLocks/>
            <a:stCxn id="10" idx="2"/>
            <a:endCxn id="11" idx="0"/>
          </p:cNvCxnSpPr>
          <p:nvPr/>
        </p:nvCxnSpPr>
        <p:spPr>
          <a:xfrm>
            <a:off x="5672137" y="3674645"/>
            <a:ext cx="0" cy="3213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EB00A7DC-D3AD-E771-C53E-1A59EE90E7CE}"/>
              </a:ext>
            </a:extLst>
          </p:cNvPr>
          <p:cNvCxnSpPr>
            <a:cxnSpLocks/>
            <a:stCxn id="11" idx="2"/>
            <a:endCxn id="12" idx="0"/>
          </p:cNvCxnSpPr>
          <p:nvPr/>
        </p:nvCxnSpPr>
        <p:spPr>
          <a:xfrm>
            <a:off x="5672137" y="4477252"/>
            <a:ext cx="0" cy="2929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E093BE64-9DC7-FA92-061E-50F16FC8042A}"/>
              </a:ext>
            </a:extLst>
          </p:cNvPr>
          <p:cNvCxnSpPr>
            <a:cxnSpLocks/>
            <a:stCxn id="12" idx="2"/>
            <a:endCxn id="13" idx="0"/>
          </p:cNvCxnSpPr>
          <p:nvPr/>
        </p:nvCxnSpPr>
        <p:spPr>
          <a:xfrm flipH="1">
            <a:off x="5672136" y="5251449"/>
            <a:ext cx="1" cy="3230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77601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4DDCD-AF30-16C7-491C-A9FB11B74462}"/>
              </a:ext>
            </a:extLst>
          </p:cNvPr>
          <p:cNvSpPr txBox="1">
            <a:spLocks/>
          </p:cNvSpPr>
          <p:nvPr/>
        </p:nvSpPr>
        <p:spPr>
          <a:xfrm>
            <a:off x="283465" y="136525"/>
            <a:ext cx="11453792" cy="720794"/>
          </a:xfrm>
          <a:prstGeom prst="rect">
            <a:avLst/>
          </a:prstGeom>
          <a:solidFill>
            <a:schemeClr val="tx2">
              <a:lumMod val="60000"/>
              <a:lumOff val="4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gn="just">
              <a:lnSpc>
                <a:spcPct val="150000"/>
              </a:lnSpc>
              <a:buFont typeface="Wingdings" panose="05000000000000000000" pitchFamily="2" charset="2"/>
              <a:buChar char="v"/>
            </a:pPr>
            <a:r>
              <a:rPr lang="en-IN" sz="3200" b="1" dirty="0">
                <a:solidFill>
                  <a:schemeClr val="bg1"/>
                </a:solidFill>
                <a:latin typeface="Times New Roman" panose="02020603050405020304" pitchFamily="18" charset="0"/>
                <a:cs typeface="Times New Roman" panose="02020603050405020304" pitchFamily="18" charset="0"/>
              </a:rPr>
              <a:t>Literature Review</a:t>
            </a:r>
            <a:endParaRPr lang="en-IN" sz="3200" b="1" dirty="0">
              <a:solidFill>
                <a:schemeClr val="bg1"/>
              </a:solidFill>
            </a:endParaRPr>
          </a:p>
        </p:txBody>
      </p:sp>
      <p:graphicFrame>
        <p:nvGraphicFramePr>
          <p:cNvPr id="3" name="Table 2">
            <a:extLst>
              <a:ext uri="{FF2B5EF4-FFF2-40B4-BE49-F238E27FC236}">
                <a16:creationId xmlns:a16="http://schemas.microsoft.com/office/drawing/2014/main" id="{1980B88C-C55D-2E49-6287-E0BA2F7B5A1A}"/>
              </a:ext>
            </a:extLst>
          </p:cNvPr>
          <p:cNvGraphicFramePr>
            <a:graphicFrameLocks noGrp="1"/>
          </p:cNvGraphicFramePr>
          <p:nvPr>
            <p:extLst>
              <p:ext uri="{D42A27DB-BD31-4B8C-83A1-F6EECF244321}">
                <p14:modId xmlns:p14="http://schemas.microsoft.com/office/powerpoint/2010/main" val="3455675443"/>
              </p:ext>
            </p:extLst>
          </p:nvPr>
        </p:nvGraphicFramePr>
        <p:xfrm>
          <a:off x="283465" y="913664"/>
          <a:ext cx="11453793" cy="5091791"/>
        </p:xfrm>
        <a:graphic>
          <a:graphicData uri="http://schemas.openxmlformats.org/drawingml/2006/table">
            <a:tbl>
              <a:tblPr firstRow="1" bandRow="1">
                <a:tableStyleId>{F5AB1C69-6EDB-4FF4-983F-18BD219EF322}</a:tableStyleId>
              </a:tblPr>
              <a:tblGrid>
                <a:gridCol w="1531698">
                  <a:extLst>
                    <a:ext uri="{9D8B030D-6E8A-4147-A177-3AD203B41FA5}">
                      <a16:colId xmlns:a16="http://schemas.microsoft.com/office/drawing/2014/main" val="138754707"/>
                    </a:ext>
                  </a:extLst>
                </a:gridCol>
                <a:gridCol w="2827530">
                  <a:extLst>
                    <a:ext uri="{9D8B030D-6E8A-4147-A177-3AD203B41FA5}">
                      <a16:colId xmlns:a16="http://schemas.microsoft.com/office/drawing/2014/main" val="2409030130"/>
                    </a:ext>
                  </a:extLst>
                </a:gridCol>
                <a:gridCol w="826276">
                  <a:extLst>
                    <a:ext uri="{9D8B030D-6E8A-4147-A177-3AD203B41FA5}">
                      <a16:colId xmlns:a16="http://schemas.microsoft.com/office/drawing/2014/main" val="1823721148"/>
                    </a:ext>
                  </a:extLst>
                </a:gridCol>
                <a:gridCol w="1895218">
                  <a:extLst>
                    <a:ext uri="{9D8B030D-6E8A-4147-A177-3AD203B41FA5}">
                      <a16:colId xmlns:a16="http://schemas.microsoft.com/office/drawing/2014/main" val="3870408108"/>
                    </a:ext>
                  </a:extLst>
                </a:gridCol>
                <a:gridCol w="4373071">
                  <a:extLst>
                    <a:ext uri="{9D8B030D-6E8A-4147-A177-3AD203B41FA5}">
                      <a16:colId xmlns:a16="http://schemas.microsoft.com/office/drawing/2014/main" val="1975005692"/>
                    </a:ext>
                  </a:extLst>
                </a:gridCol>
              </a:tblGrid>
              <a:tr h="560252">
                <a:tc>
                  <a:txBody>
                    <a:bodyPr/>
                    <a:lstStyle/>
                    <a:p>
                      <a:pPr algn="l"/>
                      <a:r>
                        <a:rPr lang="en-IN" sz="1800" b="1" kern="1200" dirty="0">
                          <a:solidFill>
                            <a:schemeClr val="lt1"/>
                          </a:solidFill>
                          <a:effectLst/>
                          <a:latin typeface="Times New Roman" panose="02020603050405020304" pitchFamily="18" charset="0"/>
                          <a:cs typeface="Times New Roman" panose="02020603050405020304" pitchFamily="18" charset="0"/>
                        </a:rPr>
                        <a:t>     Authors</a:t>
                      </a:r>
                      <a:endParaRPr lang="en-IN" sz="1800" b="1" dirty="0">
                        <a:latin typeface="Times New Roman" panose="02020603050405020304" pitchFamily="18" charset="0"/>
                        <a:cs typeface="Times New Roman" panose="02020603050405020304" pitchFamily="18" charset="0"/>
                      </a:endParaRPr>
                    </a:p>
                  </a:txBody>
                  <a:tcPr/>
                </a:tc>
                <a:tc>
                  <a:txBody>
                    <a:bodyPr/>
                    <a:lstStyle/>
                    <a:p>
                      <a:pPr algn="l"/>
                      <a:r>
                        <a:rPr lang="en-IN" sz="1800" b="1" dirty="0">
                          <a:latin typeface="Times New Roman" panose="02020603050405020304" pitchFamily="18" charset="0"/>
                          <a:cs typeface="Times New Roman" panose="02020603050405020304" pitchFamily="18" charset="0"/>
                        </a:rPr>
                        <a:t>      Title</a:t>
                      </a:r>
                    </a:p>
                  </a:txBody>
                  <a:tcPr/>
                </a:tc>
                <a:tc>
                  <a:txBody>
                    <a:bodyPr/>
                    <a:lstStyle/>
                    <a:p>
                      <a:pPr algn="l"/>
                      <a:r>
                        <a:rPr lang="en-IN" sz="1800" b="1" dirty="0">
                          <a:latin typeface="Times New Roman" panose="02020603050405020304" pitchFamily="18" charset="0"/>
                          <a:cs typeface="Times New Roman" panose="02020603050405020304" pitchFamily="18" charset="0"/>
                        </a:rPr>
                        <a:t>  Year</a:t>
                      </a:r>
                    </a:p>
                  </a:txBody>
                  <a:tcPr/>
                </a:tc>
                <a:tc>
                  <a:txBody>
                    <a:bodyPr/>
                    <a:lstStyle/>
                    <a:p>
                      <a:pPr algn="l"/>
                      <a:r>
                        <a:rPr lang="en-IN" sz="1800" b="1" dirty="0">
                          <a:latin typeface="Times New Roman" panose="02020603050405020304" pitchFamily="18" charset="0"/>
                          <a:cs typeface="Times New Roman" panose="02020603050405020304" pitchFamily="18" charset="0"/>
                        </a:rPr>
                        <a:t>     Publication</a:t>
                      </a:r>
                    </a:p>
                  </a:txBody>
                  <a:tcPr/>
                </a:tc>
                <a:tc>
                  <a:txBody>
                    <a:bodyPr/>
                    <a:lstStyle/>
                    <a:p>
                      <a:pPr algn="l"/>
                      <a:r>
                        <a:rPr lang="en-IN" sz="1800" b="1" dirty="0">
                          <a:latin typeface="Times New Roman" panose="02020603050405020304" pitchFamily="18" charset="0"/>
                          <a:cs typeface="Times New Roman" panose="02020603050405020304" pitchFamily="18" charset="0"/>
                        </a:rPr>
                        <a:t>              Description</a:t>
                      </a:r>
                    </a:p>
                  </a:txBody>
                  <a:tcPr/>
                </a:tc>
                <a:extLst>
                  <a:ext uri="{0D108BD9-81ED-4DB2-BD59-A6C34878D82A}">
                    <a16:rowId xmlns:a16="http://schemas.microsoft.com/office/drawing/2014/main" val="2173135926"/>
                  </a:ext>
                </a:extLst>
              </a:tr>
              <a:tr h="1580728">
                <a:tc>
                  <a:txBody>
                    <a:bodyPr/>
                    <a:lstStyle/>
                    <a:p>
                      <a:pPr algn="l"/>
                      <a:r>
                        <a:rPr lang="en-IN" sz="1800">
                          <a:latin typeface="Times New Roman" panose="02020603050405020304" pitchFamily="18" charset="0"/>
                          <a:cs typeface="Times New Roman" panose="02020603050405020304" pitchFamily="18" charset="0"/>
                        </a:rPr>
                        <a:t>C. Song </a:t>
                      </a:r>
                    </a:p>
                    <a:p>
                      <a:pPr algn="l"/>
                      <a:r>
                        <a:rPr lang="en-IN" sz="1800" i="1">
                          <a:latin typeface="Times New Roman" panose="02020603050405020304" pitchFamily="18" charset="0"/>
                          <a:cs typeface="Times New Roman" panose="02020603050405020304" pitchFamily="18" charset="0"/>
                        </a:rPr>
                        <a:t>et.al </a:t>
                      </a:r>
                      <a:r>
                        <a:rPr lang="en-IN" sz="1800" i="0">
                          <a:latin typeface="Times New Roman" panose="02020603050405020304" pitchFamily="18" charset="0"/>
                          <a:cs typeface="Times New Roman" panose="02020603050405020304" pitchFamily="18" charset="0"/>
                        </a:rPr>
                        <a:t>[1] </a:t>
                      </a:r>
                      <a:endParaRPr lang="en-IN" sz="1800" i="0" dirty="0">
                        <a:latin typeface="Times New Roman" panose="02020603050405020304" pitchFamily="18" charset="0"/>
                        <a:ea typeface="Sans Serif Collection" panose="020B0502040504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dk1"/>
                          </a:solidFill>
                          <a:effectLst/>
                          <a:latin typeface="Times New Roman" panose="02020603050405020304" pitchFamily="18" charset="0"/>
                          <a:ea typeface="+mn-ea"/>
                          <a:cs typeface="Times New Roman" panose="02020603050405020304" pitchFamily="18" charset="0"/>
                        </a:rPr>
                        <a:t>Image Forgery Detection Based on Motion Blur Estimated Using Convolutional Neural Network</a:t>
                      </a:r>
                    </a:p>
                    <a:p>
                      <a:pPr algn="l"/>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a:latin typeface="Times New Roman" panose="02020603050405020304" pitchFamily="18" charset="0"/>
                          <a:cs typeface="Times New Roman" panose="02020603050405020304" pitchFamily="18" charset="0"/>
                        </a:rPr>
                        <a:t>2019</a:t>
                      </a:r>
                      <a:endParaRPr lang="en-IN" sz="1800" dirty="0">
                        <a:latin typeface="Times New Roman" panose="02020603050405020304" pitchFamily="18" charset="0"/>
                        <a:cs typeface="Times New Roman" panose="02020603050405020304" pitchFamily="18" charset="0"/>
                      </a:endParaRPr>
                    </a:p>
                  </a:txBody>
                  <a:tcPr/>
                </a:tc>
                <a:tc>
                  <a:txBody>
                    <a:bodyPr/>
                    <a:lstStyle/>
                    <a:p>
                      <a:pPr algn="l"/>
                      <a:r>
                        <a:rPr lang="en-IN" sz="1800" b="1" i="0" kern="1200">
                          <a:solidFill>
                            <a:schemeClr val="dk1"/>
                          </a:solidFill>
                          <a:effectLst/>
                          <a:latin typeface="+mn-lt"/>
                          <a:ea typeface="+mn-ea"/>
                          <a:cs typeface="+mn-cs"/>
                        </a:rPr>
                        <a:t> </a:t>
                      </a:r>
                      <a:r>
                        <a:rPr lang="en-IN" sz="1800" b="0" i="0" u="none" strike="noStrike" kern="1200">
                          <a:solidFill>
                            <a:schemeClr val="tx1"/>
                          </a:solidFill>
                          <a:effectLst/>
                          <a:latin typeface="Times New Roman" panose="02020603050405020304" pitchFamily="18" charset="0"/>
                          <a:ea typeface="+mn-ea"/>
                          <a:cs typeface="Times New Roman" panose="02020603050405020304" pitchFamily="18" charset="0"/>
                        </a:rPr>
                        <a:t>IEEE Sensors Journal</a:t>
                      </a:r>
                      <a:endParaRPr lang="en-IN" sz="180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It detects tampered regions by learning motion-blur patterns with a CNN and flagging blur inconsistencies as signs of forgery.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4419989"/>
                  </a:ext>
                </a:extLst>
              </a:tr>
              <a:tr h="1331139">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J. H. Bappy</a:t>
                      </a:r>
                      <a:r>
                        <a:rPr lang="en-US"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et.al </a:t>
                      </a:r>
                      <a:r>
                        <a:rPr lang="en-IN" sz="1800" dirty="0">
                          <a:latin typeface="Times New Roman" panose="02020603050405020304" pitchFamily="18" charset="0"/>
                          <a:cs typeface="Times New Roman" panose="02020603050405020304" pitchFamily="18" charset="0"/>
                        </a:rPr>
                        <a:t>[2]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Hybrid LSTM and Encoder–Decoder Architecture for Detection of Image Forgeries</a:t>
                      </a:r>
                    </a:p>
                    <a:p>
                      <a:pPr algn="l"/>
                      <a:endParaRPr lang="en-IN" sz="1800" b="0" dirty="0">
                        <a:latin typeface="Times New Roman" panose="02020603050405020304" pitchFamily="18" charset="0"/>
                        <a:cs typeface="Times New Roman" panose="02020603050405020304" pitchFamily="18" charset="0"/>
                      </a:endParaRPr>
                    </a:p>
                  </a:txBody>
                  <a:tcPr/>
                </a:tc>
                <a:tc>
                  <a:txBody>
                    <a:bodyPr/>
                    <a:lstStyle/>
                    <a:p>
                      <a:pPr algn="l"/>
                      <a:r>
                        <a:rPr lang="en-IN" sz="1800" b="0" dirty="0">
                          <a:latin typeface="Times New Roman" panose="02020603050405020304" pitchFamily="18" charset="0"/>
                          <a:cs typeface="Times New Roman" panose="02020603050405020304" pitchFamily="18" charset="0"/>
                        </a:rPr>
                        <a:t>  2019</a:t>
                      </a:r>
                    </a:p>
                  </a:txBody>
                  <a:tcPr/>
                </a:tc>
                <a:tc>
                  <a:txBody>
                    <a:bodyPr/>
                    <a:lstStyle/>
                    <a:p>
                      <a:pPr algn="l"/>
                      <a:r>
                        <a:rPr lang="en-US" sz="1800" b="0" kern="1200" dirty="0">
                          <a:solidFill>
                            <a:schemeClr val="dk1"/>
                          </a:solidFill>
                          <a:effectLst/>
                          <a:latin typeface="Times New Roman" panose="02020603050405020304" pitchFamily="18" charset="0"/>
                          <a:cs typeface="Times New Roman" panose="02020603050405020304" pitchFamily="18" charset="0"/>
                        </a:rPr>
                        <a:t> IEEE</a:t>
                      </a:r>
                      <a:endParaRPr lang="en-IN" sz="1800" b="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This project uses hybrid LSTM and encoder-decoder networks on resampling features to localize image forgeries like splicing with pixel-level precision on Ms-</a:t>
                      </a:r>
                    </a:p>
                    <a:p>
                      <a:pPr algn="just"/>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coco datasets.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12059254"/>
                  </a:ext>
                </a:extLst>
              </a:tr>
              <a:tr h="1331139">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F. Marra</a:t>
                      </a:r>
                    </a:p>
                    <a:p>
                      <a:pPr algn="l"/>
                      <a:r>
                        <a:rPr lang="en-IN" sz="1800" b="0" i="1" u="none" kern="1200" dirty="0">
                          <a:solidFill>
                            <a:schemeClr val="dk1"/>
                          </a:solidFill>
                          <a:effectLst/>
                          <a:latin typeface="Times New Roman" panose="02020603050405020304" pitchFamily="18" charset="0"/>
                          <a:ea typeface="+mn-ea"/>
                          <a:cs typeface="Times New Roman" panose="02020603050405020304" pitchFamily="18" charset="0"/>
                        </a:rPr>
                        <a:t>et.al </a:t>
                      </a:r>
                      <a:r>
                        <a:rPr lang="en-IN" sz="1800" b="0" i="0" u="none" kern="1200" dirty="0">
                          <a:solidFill>
                            <a:schemeClr val="dk1"/>
                          </a:solidFill>
                          <a:effectLst/>
                          <a:latin typeface="Times New Roman" panose="02020603050405020304" pitchFamily="18" charset="0"/>
                          <a:ea typeface="+mn-ea"/>
                          <a:cs typeface="Times New Roman" panose="02020603050405020304" pitchFamily="18" charset="0"/>
                        </a:rPr>
                        <a:t>[3]</a:t>
                      </a:r>
                      <a:endParaRPr lang="en-IN" sz="1800" b="0" i="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 Full-Image End-to-End-Trainable CNN Framework for Image Forgery Detection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800" b="0" dirty="0">
                          <a:latin typeface="Times New Roman" panose="02020603050405020304" pitchFamily="18" charset="0"/>
                          <a:cs typeface="Times New Roman" panose="02020603050405020304" pitchFamily="18" charset="0"/>
                        </a:rPr>
                        <a:t>2020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IEEE Access</a:t>
                      </a: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This end-to-end CNN framework processes full-resolution images to detect forgeries like splicing by learning noise inconsistencies and localization maps without down sampling</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6525070"/>
                  </a:ext>
                </a:extLst>
              </a:tr>
            </a:tbl>
          </a:graphicData>
        </a:graphic>
      </p:graphicFrame>
      <p:sp>
        <p:nvSpPr>
          <p:cNvPr id="4" name="TextBox 3">
            <a:extLst>
              <a:ext uri="{FF2B5EF4-FFF2-40B4-BE49-F238E27FC236}">
                <a16:creationId xmlns:a16="http://schemas.microsoft.com/office/drawing/2014/main" id="{E16D9A61-8ADD-46BD-BECA-6CA378F8CB1E}"/>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5" name="Footer Placeholder 4">
            <a:extLst>
              <a:ext uri="{FF2B5EF4-FFF2-40B4-BE49-F238E27FC236}">
                <a16:creationId xmlns:a16="http://schemas.microsoft.com/office/drawing/2014/main" id="{3834E47F-D906-BF43-FEBF-DCDB19F5F589}"/>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56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3E8A9D-EA80-DCE3-9C91-D24ADF2E1B1F}"/>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graphicFrame>
        <p:nvGraphicFramePr>
          <p:cNvPr id="3" name="Table 2">
            <a:extLst>
              <a:ext uri="{FF2B5EF4-FFF2-40B4-BE49-F238E27FC236}">
                <a16:creationId xmlns:a16="http://schemas.microsoft.com/office/drawing/2014/main" id="{90D69E4E-EF04-6D1F-559D-94ED56A8A0A2}"/>
              </a:ext>
            </a:extLst>
          </p:cNvPr>
          <p:cNvGraphicFramePr>
            <a:graphicFrameLocks noGrp="1"/>
          </p:cNvGraphicFramePr>
          <p:nvPr>
            <p:extLst>
              <p:ext uri="{D42A27DB-BD31-4B8C-83A1-F6EECF244321}">
                <p14:modId xmlns:p14="http://schemas.microsoft.com/office/powerpoint/2010/main" val="3006046587"/>
              </p:ext>
            </p:extLst>
          </p:nvPr>
        </p:nvGraphicFramePr>
        <p:xfrm>
          <a:off x="246889" y="941418"/>
          <a:ext cx="11490366" cy="5103742"/>
        </p:xfrm>
        <a:graphic>
          <a:graphicData uri="http://schemas.openxmlformats.org/drawingml/2006/table">
            <a:tbl>
              <a:tblPr firstRow="1" bandRow="1">
                <a:tableStyleId>{F5AB1C69-6EDB-4FF4-983F-18BD219EF322}</a:tableStyleId>
              </a:tblPr>
              <a:tblGrid>
                <a:gridCol w="1802449">
                  <a:extLst>
                    <a:ext uri="{9D8B030D-6E8A-4147-A177-3AD203B41FA5}">
                      <a16:colId xmlns:a16="http://schemas.microsoft.com/office/drawing/2014/main" val="3389618535"/>
                    </a:ext>
                  </a:extLst>
                </a:gridCol>
                <a:gridCol w="2687983">
                  <a:extLst>
                    <a:ext uri="{9D8B030D-6E8A-4147-A177-3AD203B41FA5}">
                      <a16:colId xmlns:a16="http://schemas.microsoft.com/office/drawing/2014/main" val="1416493308"/>
                    </a:ext>
                  </a:extLst>
                </a:gridCol>
                <a:gridCol w="838507">
                  <a:extLst>
                    <a:ext uri="{9D8B030D-6E8A-4147-A177-3AD203B41FA5}">
                      <a16:colId xmlns:a16="http://schemas.microsoft.com/office/drawing/2014/main" val="2362224678"/>
                    </a:ext>
                  </a:extLst>
                </a:gridCol>
                <a:gridCol w="2025986">
                  <a:extLst>
                    <a:ext uri="{9D8B030D-6E8A-4147-A177-3AD203B41FA5}">
                      <a16:colId xmlns:a16="http://schemas.microsoft.com/office/drawing/2014/main" val="2451526823"/>
                    </a:ext>
                  </a:extLst>
                </a:gridCol>
                <a:gridCol w="4135441">
                  <a:extLst>
                    <a:ext uri="{9D8B030D-6E8A-4147-A177-3AD203B41FA5}">
                      <a16:colId xmlns:a16="http://schemas.microsoft.com/office/drawing/2014/main" val="137694262"/>
                    </a:ext>
                  </a:extLst>
                </a:gridCol>
              </a:tblGrid>
              <a:tr h="650836">
                <a:tc>
                  <a:txBody>
                    <a:bodyPr/>
                    <a:lstStyle/>
                    <a:p>
                      <a:pPr algn="l"/>
                      <a:r>
                        <a:rPr lang="en-IN" sz="1800" b="1" kern="1200" dirty="0">
                          <a:solidFill>
                            <a:schemeClr val="lt1"/>
                          </a:solidFill>
                          <a:effectLst/>
                          <a:latin typeface="Times New Roman" panose="02020603050405020304" pitchFamily="18" charset="0"/>
                          <a:cs typeface="Times New Roman" panose="02020603050405020304" pitchFamily="18" charset="0"/>
                        </a:rPr>
                        <a:t>     Authors</a:t>
                      </a:r>
                      <a:endParaRPr lang="en-IN" sz="1800" b="1" dirty="0">
                        <a:latin typeface="Times New Roman" panose="02020603050405020304" pitchFamily="18" charset="0"/>
                        <a:cs typeface="Times New Roman" panose="02020603050405020304" pitchFamily="18" charset="0"/>
                      </a:endParaRPr>
                    </a:p>
                  </a:txBody>
                  <a:tcPr/>
                </a:tc>
                <a:tc>
                  <a:txBody>
                    <a:bodyPr/>
                    <a:lstStyle/>
                    <a:p>
                      <a:pPr algn="l"/>
                      <a:r>
                        <a:rPr lang="en-IN" sz="1800" b="1" dirty="0">
                          <a:latin typeface="Times New Roman" panose="02020603050405020304" pitchFamily="18" charset="0"/>
                          <a:cs typeface="Times New Roman" panose="02020603050405020304" pitchFamily="18" charset="0"/>
                        </a:rPr>
                        <a:t>      Title</a:t>
                      </a:r>
                    </a:p>
                  </a:txBody>
                  <a:tcPr/>
                </a:tc>
                <a:tc>
                  <a:txBody>
                    <a:bodyPr/>
                    <a:lstStyle/>
                    <a:p>
                      <a:pPr algn="l"/>
                      <a:r>
                        <a:rPr lang="en-IN" sz="1800" b="1" dirty="0">
                          <a:latin typeface="Times New Roman" panose="02020603050405020304" pitchFamily="18" charset="0"/>
                          <a:cs typeface="Times New Roman" panose="02020603050405020304" pitchFamily="18" charset="0"/>
                        </a:rPr>
                        <a:t> Year</a:t>
                      </a:r>
                    </a:p>
                  </a:txBody>
                  <a:tcPr/>
                </a:tc>
                <a:tc>
                  <a:txBody>
                    <a:bodyPr/>
                    <a:lstStyle/>
                    <a:p>
                      <a:pPr algn="l"/>
                      <a:r>
                        <a:rPr lang="en-IN" sz="1800" b="1" dirty="0">
                          <a:latin typeface="Times New Roman" panose="02020603050405020304" pitchFamily="18" charset="0"/>
                          <a:cs typeface="Times New Roman" panose="02020603050405020304" pitchFamily="18" charset="0"/>
                        </a:rPr>
                        <a:t>     Publication</a:t>
                      </a:r>
                    </a:p>
                  </a:txBody>
                  <a:tcPr/>
                </a:tc>
                <a:tc>
                  <a:txBody>
                    <a:bodyPr/>
                    <a:lstStyle/>
                    <a:p>
                      <a:pPr algn="l"/>
                      <a:r>
                        <a:rPr lang="en-IN" sz="1800" b="1" dirty="0">
                          <a:latin typeface="Times New Roman" panose="02020603050405020304" pitchFamily="18" charset="0"/>
                          <a:cs typeface="Times New Roman" panose="02020603050405020304" pitchFamily="18" charset="0"/>
                        </a:rPr>
                        <a:t>              Description</a:t>
                      </a:r>
                    </a:p>
                  </a:txBody>
                  <a:tcPr/>
                </a:tc>
                <a:extLst>
                  <a:ext uri="{0D108BD9-81ED-4DB2-BD59-A6C34878D82A}">
                    <a16:rowId xmlns:a16="http://schemas.microsoft.com/office/drawing/2014/main" val="4025819687"/>
                  </a:ext>
                </a:extLst>
              </a:tr>
              <a:tr h="1302951">
                <a:tc>
                  <a:txBody>
                    <a:bodyPr/>
                    <a:lstStyle/>
                    <a:p>
                      <a:pPr algn="l"/>
                      <a:r>
                        <a:rPr lang="en-IN" sz="1800" b="0" i="0" kern="1200">
                          <a:solidFill>
                            <a:schemeClr val="dk1"/>
                          </a:solidFill>
                          <a:effectLst/>
                          <a:latin typeface="Times New Roman" panose="02020603050405020304" pitchFamily="18" charset="0"/>
                          <a:ea typeface="+mn-ea"/>
                          <a:cs typeface="Times New Roman" panose="02020603050405020304" pitchFamily="18" charset="0"/>
                        </a:rPr>
                        <a:t>L. Zhao</a:t>
                      </a:r>
                      <a:r>
                        <a:rPr lang="en-IN" sz="1800">
                          <a:latin typeface="Times New Roman" panose="02020603050405020304" pitchFamily="18" charset="0"/>
                          <a:cs typeface="Times New Roman" panose="02020603050405020304" pitchFamily="18" charset="0"/>
                        </a:rPr>
                        <a:t> </a:t>
                      </a:r>
                    </a:p>
                    <a:p>
                      <a:pPr algn="l"/>
                      <a:r>
                        <a:rPr lang="en-IN" sz="1800" b="0" i="1" u="none">
                          <a:solidFill>
                            <a:schemeClr val="tx1"/>
                          </a:solidFill>
                          <a:latin typeface="Times New Roman" panose="02020603050405020304" pitchFamily="18" charset="0"/>
                          <a:cs typeface="Times New Roman" panose="02020603050405020304" pitchFamily="18" charset="0"/>
                        </a:rPr>
                        <a:t>et.al </a:t>
                      </a:r>
                      <a:r>
                        <a:rPr lang="en-IN" sz="1800">
                          <a:latin typeface="Times New Roman" panose="02020603050405020304" pitchFamily="18" charset="0"/>
                          <a:cs typeface="Times New Roman" panose="02020603050405020304" pitchFamily="18" charset="0"/>
                        </a:rPr>
                        <a:t>[4] </a:t>
                      </a:r>
                      <a:endParaRPr lang="en-IN" sz="1800" b="0" i="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dk1"/>
                          </a:solidFill>
                          <a:effectLst/>
                          <a:latin typeface="Times New Roman" panose="02020603050405020304" pitchFamily="18" charset="0"/>
                          <a:ea typeface="+mn-ea"/>
                          <a:cs typeface="Times New Roman" panose="02020603050405020304" pitchFamily="18" charset="0"/>
                        </a:rPr>
                        <a:t>Deep Learning-Based Forgery Attack on Document Images</a:t>
                      </a:r>
                      <a:endParaRPr lang="en-US" sz="18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800" b="0">
                          <a:latin typeface="Times New Roman" panose="02020603050405020304" pitchFamily="18" charset="0"/>
                          <a:cs typeface="Times New Roman" panose="02020603050405020304" pitchFamily="18" charset="0"/>
                        </a:rPr>
                        <a:t>  2021</a:t>
                      </a:r>
                      <a:endParaRPr lang="en-IN" sz="1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a:solidFill>
                            <a:schemeClr val="dk1"/>
                          </a:solidFill>
                          <a:effectLst/>
                          <a:latin typeface="+mn-lt"/>
                          <a:ea typeface="+mn-ea"/>
                          <a:cs typeface="+mn-cs"/>
                        </a:rPr>
                        <a:t> </a:t>
                      </a:r>
                      <a:r>
                        <a:rPr lang="en-IN" sz="1800" b="0" i="0" u="none" strike="noStrike" kern="1200">
                          <a:solidFill>
                            <a:schemeClr val="tx1"/>
                          </a:solidFill>
                          <a:effectLst/>
                          <a:latin typeface="Times New Roman" panose="02020603050405020304" pitchFamily="18" charset="0"/>
                          <a:ea typeface="+mn-ea"/>
                          <a:cs typeface="Times New Roman" panose="02020603050405020304" pitchFamily="18" charset="0"/>
                        </a:rPr>
                        <a:t>IEEE Transactions</a:t>
                      </a:r>
                      <a:endParaRPr lang="en-IN"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b="0" i="0" kern="1200" dirty="0" err="1">
                          <a:solidFill>
                            <a:schemeClr val="dk1"/>
                          </a:solidFill>
                          <a:effectLst/>
                          <a:latin typeface="Times New Roman" panose="02020603050405020304" pitchFamily="18" charset="0"/>
                          <a:ea typeface="+mn-ea"/>
                          <a:cs typeface="Times New Roman" panose="02020603050405020304" pitchFamily="18" charset="0"/>
                        </a:rPr>
                        <a:t>ForgeNet</a:t>
                      </a: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 a deep learning model, generates realistic forgeries on document images by manipulating text and backgrounds to bypass authentication systems.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88367615"/>
                  </a:ext>
                </a:extLst>
              </a:tr>
              <a:tr h="1526826">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K. M. Hosny</a:t>
                      </a:r>
                      <a:endParaRPr lang="en-IN" sz="1800" dirty="0">
                        <a:latin typeface="Times New Roman" panose="02020603050405020304" pitchFamily="18" charset="0"/>
                        <a:cs typeface="Times New Roman" panose="02020603050405020304" pitchFamily="18" charset="0"/>
                      </a:endParaRPr>
                    </a:p>
                    <a:p>
                      <a:pPr algn="l"/>
                      <a:r>
                        <a:rPr lang="en-IN" sz="1800" i="1" dirty="0">
                          <a:latin typeface="Times New Roman" panose="02020603050405020304" pitchFamily="18" charset="0"/>
                          <a:cs typeface="Times New Roman" panose="02020603050405020304" pitchFamily="18" charset="0"/>
                        </a:rPr>
                        <a:t>et.al </a:t>
                      </a:r>
                      <a:r>
                        <a:rPr lang="en-IN" sz="1800" dirty="0">
                          <a:latin typeface="Times New Roman" panose="02020603050405020304" pitchFamily="18" charset="0"/>
                          <a:cs typeface="Times New Roman" panose="02020603050405020304" pitchFamily="18" charset="0"/>
                        </a:rPr>
                        <a:t>[5] </a:t>
                      </a:r>
                      <a:endParaRPr lang="en-IN" sz="1800" b="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An Efficient CNN Model to Detect Copy-Move Image Forgery</a:t>
                      </a:r>
                      <a:endParaRPr lang="en-IN" sz="1800" b="0" dirty="0">
                        <a:latin typeface="Times New Roman" panose="02020603050405020304" pitchFamily="18" charset="0"/>
                        <a:cs typeface="Times New Roman" panose="02020603050405020304" pitchFamily="18" charset="0"/>
                      </a:endParaRPr>
                    </a:p>
                  </a:txBody>
                  <a:tcPr/>
                </a:tc>
                <a:tc>
                  <a:txBody>
                    <a:bodyPr/>
                    <a:lstStyle/>
                    <a:p>
                      <a:pPr algn="l"/>
                      <a:r>
                        <a:rPr lang="en-IN" sz="1800" b="0" dirty="0">
                          <a:latin typeface="Times New Roman" panose="02020603050405020304" pitchFamily="18" charset="0"/>
                          <a:cs typeface="Times New Roman" panose="02020603050405020304" pitchFamily="18" charset="0"/>
                        </a:rPr>
                        <a:t>  2022</a:t>
                      </a:r>
                    </a:p>
                  </a:txBody>
                  <a:tcPr/>
                </a:tc>
                <a:tc>
                  <a:txBody>
                    <a:bodyPr/>
                    <a:lstStyle/>
                    <a:p>
                      <a:pPr algn="l"/>
                      <a:r>
                        <a:rPr lang="en-US" sz="1800" b="0" kern="1200" dirty="0">
                          <a:solidFill>
                            <a:schemeClr val="dk1"/>
                          </a:solidFill>
                          <a:effectLst/>
                          <a:latin typeface="Times New Roman" panose="02020603050405020304" pitchFamily="18" charset="0"/>
                          <a:cs typeface="Times New Roman" panose="02020603050405020304" pitchFamily="18" charset="0"/>
                        </a:rPr>
                        <a:t> IEEE Access</a:t>
                      </a:r>
                      <a:endParaRPr lang="en-IN" sz="1800" b="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This paper efficiently detects copy move forgeries by extracting multi-scale features and using a similarity network to localize duplicated regions with high accuracy.</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5256213"/>
                  </a:ext>
                </a:extLst>
              </a:tr>
              <a:tr h="1302951">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N. Dhiman</a:t>
                      </a:r>
                      <a:r>
                        <a:rPr lang="en-IN" sz="1800" dirty="0">
                          <a:latin typeface="Times New Roman" panose="02020603050405020304" pitchFamily="18" charset="0"/>
                          <a:cs typeface="Times New Roman" panose="02020603050405020304" pitchFamily="18" charset="0"/>
                        </a:rPr>
                        <a:t> </a:t>
                      </a:r>
                    </a:p>
                    <a:p>
                      <a:pPr algn="l"/>
                      <a:r>
                        <a:rPr lang="en-IN" sz="1800" b="0" i="1" kern="1200" dirty="0">
                          <a:solidFill>
                            <a:schemeClr val="dk1"/>
                          </a:solidFill>
                          <a:effectLst/>
                          <a:latin typeface="Times New Roman" panose="02020603050405020304" pitchFamily="18" charset="0"/>
                          <a:ea typeface="+mn-ea"/>
                          <a:cs typeface="Times New Roman" panose="02020603050405020304" pitchFamily="18" charset="0"/>
                        </a:rPr>
                        <a:t>et.al </a:t>
                      </a: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[6]</a:t>
                      </a:r>
                      <a:endParaRPr lang="en-IN" sz="1800" b="0" i="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An Efficient Approach for Image Forgery Detection Using Deep Convolutional Neural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l"/>
                      <a:r>
                        <a:rPr lang="en-IN" sz="1800" b="0" dirty="0">
                          <a:latin typeface="Times New Roman" panose="02020603050405020304" pitchFamily="18" charset="0"/>
                          <a:cs typeface="Times New Roman" panose="02020603050405020304" pitchFamily="18" charset="0"/>
                        </a:rPr>
                        <a:t>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IEEE conference</a:t>
                      </a: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This approach uses a deep CNN to detect image forgeries by extracting multi-level features from noise patterns and achieving precise localization of tampering like copy-move or splicing</a:t>
                      </a:r>
                      <a:r>
                        <a:rPr lang="en-US" sz="1800" b="0" i="0" kern="1200" dirty="0">
                          <a:solidFill>
                            <a:schemeClr val="dk1"/>
                          </a:solidFill>
                          <a:effectLst/>
                          <a:latin typeface="+mn-lt"/>
                          <a:ea typeface="+mn-ea"/>
                          <a:cs typeface="+mn-cs"/>
                        </a:rPr>
                        <a:t>.</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3656845"/>
                  </a:ext>
                </a:extLst>
              </a:tr>
            </a:tbl>
          </a:graphicData>
        </a:graphic>
      </p:graphicFrame>
      <p:sp>
        <p:nvSpPr>
          <p:cNvPr id="4" name="Title 1">
            <a:extLst>
              <a:ext uri="{FF2B5EF4-FFF2-40B4-BE49-F238E27FC236}">
                <a16:creationId xmlns:a16="http://schemas.microsoft.com/office/drawing/2014/main" id="{3472D732-5877-4D01-BD90-3D1E443D3F91}"/>
              </a:ext>
            </a:extLst>
          </p:cNvPr>
          <p:cNvSpPr txBox="1">
            <a:spLocks/>
          </p:cNvSpPr>
          <p:nvPr/>
        </p:nvSpPr>
        <p:spPr>
          <a:xfrm>
            <a:off x="246890" y="158817"/>
            <a:ext cx="11490366" cy="72625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5" name="Footer Placeholder 4">
            <a:extLst>
              <a:ext uri="{FF2B5EF4-FFF2-40B4-BE49-F238E27FC236}">
                <a16:creationId xmlns:a16="http://schemas.microsoft.com/office/drawing/2014/main" id="{95E4309C-F5B4-75E1-8443-29B0A4B254D2}"/>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5071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31EC30A-BC0C-C2AB-B0CF-00A78126E3F7}"/>
              </a:ext>
            </a:extLst>
          </p:cNvPr>
          <p:cNvGraphicFramePr>
            <a:graphicFrameLocks noGrp="1"/>
          </p:cNvGraphicFramePr>
          <p:nvPr>
            <p:extLst>
              <p:ext uri="{D42A27DB-BD31-4B8C-83A1-F6EECF244321}">
                <p14:modId xmlns:p14="http://schemas.microsoft.com/office/powerpoint/2010/main" val="861248911"/>
              </p:ext>
            </p:extLst>
          </p:nvPr>
        </p:nvGraphicFramePr>
        <p:xfrm>
          <a:off x="246889" y="977213"/>
          <a:ext cx="11490367" cy="3926682"/>
        </p:xfrm>
        <a:graphic>
          <a:graphicData uri="http://schemas.openxmlformats.org/drawingml/2006/table">
            <a:tbl>
              <a:tblPr firstRow="1" bandRow="1">
                <a:tableStyleId>{F5AB1C69-6EDB-4FF4-983F-18BD219EF322}</a:tableStyleId>
              </a:tblPr>
              <a:tblGrid>
                <a:gridCol w="2207599">
                  <a:extLst>
                    <a:ext uri="{9D8B030D-6E8A-4147-A177-3AD203B41FA5}">
                      <a16:colId xmlns:a16="http://schemas.microsoft.com/office/drawing/2014/main" val="3389618535"/>
                    </a:ext>
                  </a:extLst>
                </a:gridCol>
                <a:gridCol w="2357560">
                  <a:extLst>
                    <a:ext uri="{9D8B030D-6E8A-4147-A177-3AD203B41FA5}">
                      <a16:colId xmlns:a16="http://schemas.microsoft.com/office/drawing/2014/main" val="1416493308"/>
                    </a:ext>
                  </a:extLst>
                </a:gridCol>
                <a:gridCol w="831604">
                  <a:extLst>
                    <a:ext uri="{9D8B030D-6E8A-4147-A177-3AD203B41FA5}">
                      <a16:colId xmlns:a16="http://schemas.microsoft.com/office/drawing/2014/main" val="2362224678"/>
                    </a:ext>
                  </a:extLst>
                </a:gridCol>
                <a:gridCol w="2235946">
                  <a:extLst>
                    <a:ext uri="{9D8B030D-6E8A-4147-A177-3AD203B41FA5}">
                      <a16:colId xmlns:a16="http://schemas.microsoft.com/office/drawing/2014/main" val="2451526823"/>
                    </a:ext>
                  </a:extLst>
                </a:gridCol>
                <a:gridCol w="3857658">
                  <a:extLst>
                    <a:ext uri="{9D8B030D-6E8A-4147-A177-3AD203B41FA5}">
                      <a16:colId xmlns:a16="http://schemas.microsoft.com/office/drawing/2014/main" val="137694262"/>
                    </a:ext>
                  </a:extLst>
                </a:gridCol>
              </a:tblGrid>
              <a:tr h="726282">
                <a:tc>
                  <a:txBody>
                    <a:bodyPr/>
                    <a:lstStyle/>
                    <a:p>
                      <a:pPr algn="l"/>
                      <a:r>
                        <a:rPr lang="en-IN" sz="1800" b="1" kern="1200" dirty="0">
                          <a:solidFill>
                            <a:schemeClr val="lt1"/>
                          </a:solidFill>
                          <a:effectLst/>
                          <a:latin typeface="Times New Roman" panose="02020603050405020304" pitchFamily="18" charset="0"/>
                          <a:cs typeface="Times New Roman" panose="02020603050405020304" pitchFamily="18" charset="0"/>
                        </a:rPr>
                        <a:t>     Authors</a:t>
                      </a:r>
                      <a:endParaRPr lang="en-IN" sz="1800" b="1" dirty="0">
                        <a:latin typeface="Times New Roman" panose="02020603050405020304" pitchFamily="18" charset="0"/>
                        <a:cs typeface="Times New Roman" panose="02020603050405020304" pitchFamily="18" charset="0"/>
                      </a:endParaRPr>
                    </a:p>
                  </a:txBody>
                  <a:tcPr/>
                </a:tc>
                <a:tc>
                  <a:txBody>
                    <a:bodyPr/>
                    <a:lstStyle/>
                    <a:p>
                      <a:pPr algn="l"/>
                      <a:r>
                        <a:rPr lang="en-IN" sz="1800" b="1" dirty="0">
                          <a:latin typeface="Times New Roman" panose="02020603050405020304" pitchFamily="18" charset="0"/>
                          <a:cs typeface="Times New Roman" panose="02020603050405020304" pitchFamily="18" charset="0"/>
                        </a:rPr>
                        <a:t>      Title</a:t>
                      </a:r>
                    </a:p>
                  </a:txBody>
                  <a:tcPr/>
                </a:tc>
                <a:tc>
                  <a:txBody>
                    <a:bodyPr/>
                    <a:lstStyle/>
                    <a:p>
                      <a:pPr algn="l"/>
                      <a:r>
                        <a:rPr lang="en-IN" sz="1800" b="1" dirty="0">
                          <a:latin typeface="Times New Roman" panose="02020603050405020304" pitchFamily="18" charset="0"/>
                          <a:cs typeface="Times New Roman" panose="02020603050405020304" pitchFamily="18" charset="0"/>
                        </a:rPr>
                        <a:t> Year</a:t>
                      </a:r>
                    </a:p>
                  </a:txBody>
                  <a:tcPr/>
                </a:tc>
                <a:tc>
                  <a:txBody>
                    <a:bodyPr/>
                    <a:lstStyle/>
                    <a:p>
                      <a:pPr algn="l"/>
                      <a:r>
                        <a:rPr lang="en-IN" sz="1800" b="1" dirty="0">
                          <a:latin typeface="Times New Roman" panose="02020603050405020304" pitchFamily="18" charset="0"/>
                          <a:cs typeface="Times New Roman" panose="02020603050405020304" pitchFamily="18" charset="0"/>
                        </a:rPr>
                        <a:t>     Publication</a:t>
                      </a:r>
                    </a:p>
                  </a:txBody>
                  <a:tcPr/>
                </a:tc>
                <a:tc>
                  <a:txBody>
                    <a:bodyPr/>
                    <a:lstStyle/>
                    <a:p>
                      <a:pPr algn="l"/>
                      <a:r>
                        <a:rPr lang="en-IN" sz="1800" b="1" dirty="0">
                          <a:latin typeface="Times New Roman" panose="02020603050405020304" pitchFamily="18" charset="0"/>
                          <a:cs typeface="Times New Roman" panose="02020603050405020304" pitchFamily="18" charset="0"/>
                        </a:rPr>
                        <a:t>              Description</a:t>
                      </a:r>
                    </a:p>
                  </a:txBody>
                  <a:tcPr/>
                </a:tc>
                <a:extLst>
                  <a:ext uri="{0D108BD9-81ED-4DB2-BD59-A6C34878D82A}">
                    <a16:rowId xmlns:a16="http://schemas.microsoft.com/office/drawing/2014/main" val="4025819687"/>
                  </a:ext>
                </a:extLst>
              </a:tr>
              <a:tr h="1572114">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M. H. </a:t>
                      </a: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Mutar</a:t>
                      </a:r>
                      <a:r>
                        <a:rPr lang="en-IN" sz="1800" dirty="0">
                          <a:latin typeface="Times New Roman" panose="02020603050405020304" pitchFamily="18" charset="0"/>
                          <a:cs typeface="Times New Roman" panose="02020603050405020304" pitchFamily="18" charset="0"/>
                        </a:rPr>
                        <a:t> </a:t>
                      </a:r>
                    </a:p>
                    <a:p>
                      <a:pPr algn="l"/>
                      <a:r>
                        <a:rPr lang="en-IN" sz="1800" b="0" i="1" kern="1200" dirty="0">
                          <a:solidFill>
                            <a:schemeClr val="dk1"/>
                          </a:solidFill>
                          <a:effectLst/>
                          <a:latin typeface="Times New Roman" panose="02020603050405020304" pitchFamily="18" charset="0"/>
                          <a:ea typeface="+mn-ea"/>
                          <a:cs typeface="Times New Roman" panose="02020603050405020304" pitchFamily="18" charset="0"/>
                        </a:rPr>
                        <a:t>et.al </a:t>
                      </a: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[7] </a:t>
                      </a:r>
                      <a:endParaRPr lang="en-IN" sz="1800" i="0" dirty="0">
                        <a:latin typeface="Times New Roman" panose="02020603050405020304" pitchFamily="18" charset="0"/>
                        <a:ea typeface="Sans Serif Collection" panose="020B0502040504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Innovative Deep Learning Solutions for Image Forgery Detection</a:t>
                      </a:r>
                    </a:p>
                    <a:p>
                      <a:pPr algn="l"/>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2024</a:t>
                      </a:r>
                      <a:endParaRPr lang="en-IN" sz="1800" dirty="0">
                        <a:latin typeface="Times New Roman" panose="02020603050405020304" pitchFamily="18" charset="0"/>
                        <a:cs typeface="Times New Roman" panose="02020603050405020304" pitchFamily="18" charset="0"/>
                      </a:endParaRPr>
                    </a:p>
                  </a:txBody>
                  <a:tcPr/>
                </a:tc>
                <a:tc>
                  <a:txBody>
                    <a:bodyPr/>
                    <a:lstStyle/>
                    <a:p>
                      <a:pPr algn="l"/>
                      <a:r>
                        <a:rPr lang="en-IN" sz="1800" dirty="0">
                          <a:latin typeface="Times New Roman" panose="02020603050405020304" pitchFamily="18" charset="0"/>
                          <a:cs typeface="Times New Roman" panose="02020603050405020304" pitchFamily="18" charset="0"/>
                        </a:rPr>
                        <a:t>IEEE conference</a:t>
                      </a:r>
                    </a:p>
                  </a:txBody>
                  <a:tcPr/>
                </a:tc>
                <a:tc>
                  <a:txBody>
                    <a:bodyPr/>
                    <a:lstStyle/>
                    <a:p>
                      <a:pPr algn="just"/>
                      <a:r>
                        <a:rPr lang="en-US" sz="1800" b="0" i="0" kern="1200" dirty="0">
                          <a:solidFill>
                            <a:schemeClr val="dk1"/>
                          </a:solidFill>
                          <a:effectLst/>
                          <a:latin typeface="Times New Roman" panose="02020603050405020304" pitchFamily="18" charset="0"/>
                          <a:ea typeface="Tahoma" panose="020B0604030504040204" pitchFamily="34" charset="0"/>
                          <a:cs typeface="Times New Roman" panose="02020603050405020304" pitchFamily="18" charset="0"/>
                        </a:rPr>
                        <a:t>This paper presents innovative deep learning models like CNNs and GANs for robust image forgery detection, focusing on splicing and copy-move attacks via noise analysis and feature fusion.</a:t>
                      </a: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val="1288367615"/>
                  </a:ext>
                </a:extLst>
              </a:tr>
              <a:tr h="1363446">
                <a:tc>
                  <a:txBody>
                    <a:bodyPr/>
                    <a:lstStyle/>
                    <a:p>
                      <a:pPr marL="342900" indent="-342900" algn="l">
                        <a:buAutoNum type="alphaUcPeriod"/>
                      </a:pP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Meepaganithage</a:t>
                      </a:r>
                      <a:endParaRPr lang="en-IN"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0" indent="0" algn="l">
                        <a:buNone/>
                      </a:pPr>
                      <a:r>
                        <a:rPr lang="en-IN" sz="1800" b="0" i="1" u="none" kern="1200" dirty="0">
                          <a:solidFill>
                            <a:schemeClr val="dk1"/>
                          </a:solidFill>
                          <a:effectLst/>
                          <a:latin typeface="Times New Roman" panose="02020603050405020304" pitchFamily="18" charset="0"/>
                          <a:ea typeface="+mn-ea"/>
                          <a:cs typeface="Times New Roman" panose="02020603050405020304" pitchFamily="18" charset="0"/>
                        </a:rPr>
                        <a:t>et.al </a:t>
                      </a:r>
                      <a:r>
                        <a:rPr lang="en-IN" sz="1800" b="0" i="0" u="none" kern="1200" dirty="0">
                          <a:solidFill>
                            <a:schemeClr val="dk1"/>
                          </a:solidFill>
                          <a:effectLst/>
                          <a:latin typeface="Times New Roman" panose="02020603050405020304" pitchFamily="18" charset="0"/>
                          <a:ea typeface="+mn-ea"/>
                          <a:cs typeface="Times New Roman" panose="02020603050405020304" pitchFamily="18" charset="0"/>
                        </a:rPr>
                        <a:t>[8]</a:t>
                      </a:r>
                      <a:endParaRPr lang="en-IN" sz="1800" b="0" i="0" u="none"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Image Forgery Detection Using Convolutional Neural Networks</a:t>
                      </a:r>
                    </a:p>
                    <a:p>
                      <a:pPr algn="l"/>
                      <a:endParaRPr lang="en-IN" sz="1800" b="0" dirty="0">
                        <a:latin typeface="Times New Roman" panose="02020603050405020304" pitchFamily="18" charset="0"/>
                        <a:cs typeface="Times New Roman" panose="02020603050405020304" pitchFamily="18" charset="0"/>
                      </a:endParaRPr>
                    </a:p>
                  </a:txBody>
                  <a:tcPr/>
                </a:tc>
                <a:tc>
                  <a:txBody>
                    <a:bodyPr/>
                    <a:lstStyle/>
                    <a:p>
                      <a:pPr algn="l"/>
                      <a:r>
                        <a:rPr lang="en-IN" sz="1800" b="0" dirty="0">
                          <a:latin typeface="Times New Roman" panose="02020603050405020304" pitchFamily="18" charset="0"/>
                          <a:cs typeface="Times New Roman" panose="02020603050405020304" pitchFamily="18" charset="0"/>
                        </a:rPr>
                        <a:t>2024</a:t>
                      </a:r>
                    </a:p>
                  </a:txBody>
                  <a:tcPr/>
                </a:tc>
                <a:tc>
                  <a:txBody>
                    <a:bodyPr/>
                    <a:lstStyle/>
                    <a:p>
                      <a:pPr algn="just"/>
                      <a:r>
                        <a:rPr lang="en-US" sz="1800" dirty="0">
                          <a:latin typeface="Times New Roman" panose="02020603050405020304" pitchFamily="18" charset="0"/>
                          <a:cs typeface="Times New Roman" panose="02020603050405020304" pitchFamily="18" charset="0"/>
                        </a:rPr>
                        <a:t>IEEE conference</a:t>
                      </a:r>
                    </a:p>
                  </a:txBody>
                  <a:tcPr/>
                </a:tc>
                <a:tc>
                  <a:txBody>
                    <a:bodyPr/>
                    <a:lstStyle/>
                    <a:p>
                      <a:pPr algn="just"/>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This CNN-based method detects image forgeries like copy-move and splicing by learning spatial and noise inconsistencies across image patches for accurate localization</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5256213"/>
                  </a:ext>
                </a:extLst>
              </a:tr>
            </a:tbl>
          </a:graphicData>
        </a:graphic>
      </p:graphicFrame>
      <p:sp>
        <p:nvSpPr>
          <p:cNvPr id="3" name="TextBox 2">
            <a:extLst>
              <a:ext uri="{FF2B5EF4-FFF2-40B4-BE49-F238E27FC236}">
                <a16:creationId xmlns:a16="http://schemas.microsoft.com/office/drawing/2014/main" id="{75D28F7E-5DFB-A1DD-F084-B50901156F8F}"/>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3680216E-BB1A-5602-3555-714C3A78C423}"/>
              </a:ext>
            </a:extLst>
          </p:cNvPr>
          <p:cNvSpPr txBox="1">
            <a:spLocks/>
          </p:cNvSpPr>
          <p:nvPr/>
        </p:nvSpPr>
        <p:spPr>
          <a:xfrm>
            <a:off x="246888" y="131159"/>
            <a:ext cx="11490368" cy="72625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4" name="Footer Placeholder 3">
            <a:extLst>
              <a:ext uri="{FF2B5EF4-FFF2-40B4-BE49-F238E27FC236}">
                <a16:creationId xmlns:a16="http://schemas.microsoft.com/office/drawing/2014/main" id="{FB23CD32-B3D5-9C2E-C660-06E88DB94192}"/>
              </a:ext>
            </a:extLst>
          </p:cNvPr>
          <p:cNvSpPr>
            <a:spLocks noGrp="1"/>
          </p:cNvSpPr>
          <p:nvPr>
            <p:ph type="ftr" sz="quarter" idx="11"/>
          </p:nvPr>
        </p:nvSpPr>
        <p:spPr>
          <a:xfrm>
            <a:off x="3905864" y="6412695"/>
            <a:ext cx="4114800" cy="365125"/>
          </a:xfrm>
        </p:spPr>
        <p:txBody>
          <a:bodyPr/>
          <a:lstStyle/>
          <a:p>
            <a:r>
              <a:rPr lang="en-US" sz="1400" dirty="0">
                <a:latin typeface="Times New Roman" panose="02020603050405020304" pitchFamily="18" charset="0"/>
                <a:cs typeface="Times New Roman" panose="02020603050405020304" pitchFamily="18" charset="0"/>
              </a:rPr>
              <a:t>8</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5777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FDD9E9-0B19-EC00-BB43-E11CFE6ABA5B}"/>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3" name="Title 1">
            <a:extLst>
              <a:ext uri="{FF2B5EF4-FFF2-40B4-BE49-F238E27FC236}">
                <a16:creationId xmlns:a16="http://schemas.microsoft.com/office/drawing/2014/main" id="{14B20B15-DFCB-E739-FA43-98F77525CCF0}"/>
              </a:ext>
            </a:extLst>
          </p:cNvPr>
          <p:cNvSpPr txBox="1">
            <a:spLocks/>
          </p:cNvSpPr>
          <p:nvPr/>
        </p:nvSpPr>
        <p:spPr>
          <a:xfrm>
            <a:off x="283464" y="92383"/>
            <a:ext cx="11382510" cy="726256"/>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gn="just">
              <a:lnSpc>
                <a:spcPct val="150000"/>
              </a:lnSpc>
              <a:spcBef>
                <a:spcPts val="229"/>
              </a:spcBef>
              <a:buFont typeface="Wingdings" panose="05000000000000000000" pitchFamily="2" charset="2"/>
              <a:buChar char="v"/>
              <a:tabLst>
                <a:tab pos="240665" algn="l"/>
              </a:tabLst>
            </a:pPr>
            <a:r>
              <a:rPr lang="en-US" sz="3200" b="1" spc="-10" dirty="0">
                <a:solidFill>
                  <a:schemeClr val="bg1"/>
                </a:solidFill>
                <a:latin typeface="Times New Roman"/>
                <a:cs typeface="Times New Roman"/>
              </a:rPr>
              <a:t>Motivation</a:t>
            </a:r>
          </a:p>
        </p:txBody>
      </p:sp>
      <p:sp>
        <p:nvSpPr>
          <p:cNvPr id="5" name="Footer Placeholder 4">
            <a:extLst>
              <a:ext uri="{FF2B5EF4-FFF2-40B4-BE49-F238E27FC236}">
                <a16:creationId xmlns:a16="http://schemas.microsoft.com/office/drawing/2014/main" id="{E9ADEE4E-6924-B598-919E-EA5EB57443CA}"/>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9</a:t>
            </a:r>
            <a:endParaRPr lang="en-IN" sz="1400"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159F3D4A-2EAD-7231-5A7C-5FAEB00FD207}"/>
              </a:ext>
            </a:extLst>
          </p:cNvPr>
          <p:cNvSpPr>
            <a:spLocks noChangeArrowheads="1"/>
          </p:cNvSpPr>
          <p:nvPr/>
        </p:nvSpPr>
        <p:spPr bwMode="auto">
          <a:xfrm>
            <a:off x="302514" y="1200024"/>
            <a:ext cx="1134441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lang="en-US" altLang="en-US" sz="240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lang="en-US" altLang="en-US" sz="240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lang="en-US" altLang="en-US" sz="240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lang="en-US" altLang="en-US" sz="24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9D1C6E4-FAB3-D000-0748-4E1ABB9BC76A}"/>
              </a:ext>
            </a:extLst>
          </p:cNvPr>
          <p:cNvSpPr>
            <a:spLocks noChangeArrowheads="1"/>
          </p:cNvSpPr>
          <p:nvPr/>
        </p:nvSpPr>
        <p:spPr bwMode="auto">
          <a:xfrm>
            <a:off x="481068" y="1062528"/>
            <a:ext cx="10574027"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CNN models use single datasets and binary classification, limiting real-world use.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images involve multiple forgery types and post-processing operations.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methods lack generalization and robustness.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Handcrafted features are fragile; deep models are dataset-specific.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precise localization of tampered regions.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 unified deep learning framework.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feature extraction.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Siamese network for similarity learning.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U-Net for pixel-level segmentation.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Multi-dataset training improves accuracy and interpretability. </a:t>
            </a:r>
          </a:p>
        </p:txBody>
      </p:sp>
    </p:spTree>
    <p:extLst>
      <p:ext uri="{BB962C8B-B14F-4D97-AF65-F5344CB8AC3E}">
        <p14:creationId xmlns:p14="http://schemas.microsoft.com/office/powerpoint/2010/main" val="167532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E847EC-979A-3FFA-C609-CA05C00B1723}"/>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AED034DB-C35F-5839-DCA7-A25E94FC9667}"/>
              </a:ext>
            </a:extLst>
          </p:cNvPr>
          <p:cNvSpPr txBox="1">
            <a:spLocks/>
          </p:cNvSpPr>
          <p:nvPr/>
        </p:nvSpPr>
        <p:spPr>
          <a:xfrm>
            <a:off x="274320" y="136525"/>
            <a:ext cx="11391654" cy="76691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0665" algn="l"/>
              </a:tabLst>
            </a:pPr>
            <a:r>
              <a:rPr lang="en-US" sz="3200" b="1" dirty="0">
                <a:solidFill>
                  <a:schemeClr val="bg1"/>
                </a:solidFill>
                <a:latin typeface="Times New Roman"/>
                <a:cs typeface="Times New Roman"/>
              </a:rPr>
              <a:t>Problem</a:t>
            </a:r>
            <a:r>
              <a:rPr lang="en-US" sz="3200" b="1" spc="145" dirty="0">
                <a:solidFill>
                  <a:schemeClr val="bg1"/>
                </a:solidFill>
                <a:latin typeface="Times New Roman"/>
                <a:cs typeface="Times New Roman"/>
              </a:rPr>
              <a:t> </a:t>
            </a:r>
            <a:r>
              <a:rPr lang="en-US" sz="3200" b="1" spc="-10" dirty="0">
                <a:solidFill>
                  <a:schemeClr val="bg1"/>
                </a:solidFill>
                <a:latin typeface="Times New Roman"/>
                <a:cs typeface="Times New Roman"/>
              </a:rPr>
              <a:t>Statement</a:t>
            </a:r>
            <a:endParaRPr lang="en-US" sz="3200" b="1" dirty="0">
              <a:solidFill>
                <a:schemeClr val="bg1"/>
              </a:solidFill>
              <a:latin typeface="Times New Roman"/>
              <a:cs typeface="Times New Roman"/>
            </a:endParaRPr>
          </a:p>
        </p:txBody>
      </p:sp>
      <p:sp>
        <p:nvSpPr>
          <p:cNvPr id="3" name="Footer Placeholder 2">
            <a:extLst>
              <a:ext uri="{FF2B5EF4-FFF2-40B4-BE49-F238E27FC236}">
                <a16:creationId xmlns:a16="http://schemas.microsoft.com/office/drawing/2014/main" id="{012E13E2-2B0F-ECE3-CFD0-2F763816F8B9}"/>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10</a:t>
            </a:r>
            <a:endParaRPr lang="en-IN" sz="1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0CBCF55-A2A0-0AE9-E461-DA32FCE943DA}"/>
              </a:ext>
            </a:extLst>
          </p:cNvPr>
          <p:cNvSpPr>
            <a:spLocks noChangeArrowheads="1"/>
          </p:cNvSpPr>
          <p:nvPr/>
        </p:nvSpPr>
        <p:spPr bwMode="auto">
          <a:xfrm>
            <a:off x="274320" y="959786"/>
            <a:ext cx="1139165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Existing CNN-based image forgery detectors are often trained on single datasets, such as Kaggle, and show limited generalization across diverse forgery types, including copy-move, splicing, and retouching.</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Most current methods focus only on binary classification (authentic vs. forged) and do not provide sufficient interpretability at the region level, reducing their practical usefulness in forensic investigations.</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There is a need for a unified deep learning framework that combines robust feature extraction using CNNs with similarity learning through Siamese networks to detect tampering and identify suspicious regions.</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Existing approaches are rarely evaluated under real-world distortions, such as JPEG compression, Gaussian noise, and geometric transformations, limiting their deployment in forensic and media authentication applications.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9095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2B6C18-3E9B-E822-13B3-9AC98552E40A}"/>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3" name="Title 1">
            <a:extLst>
              <a:ext uri="{FF2B5EF4-FFF2-40B4-BE49-F238E27FC236}">
                <a16:creationId xmlns:a16="http://schemas.microsoft.com/office/drawing/2014/main" id="{E247D63E-4BBF-3AEF-AAF0-6C44DE1C0F6D}"/>
              </a:ext>
            </a:extLst>
          </p:cNvPr>
          <p:cNvSpPr txBox="1">
            <a:spLocks/>
          </p:cNvSpPr>
          <p:nvPr/>
        </p:nvSpPr>
        <p:spPr>
          <a:xfrm>
            <a:off x="274320" y="139405"/>
            <a:ext cx="11391654" cy="76691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0665" algn="l"/>
              </a:tabLst>
            </a:pPr>
            <a:r>
              <a:rPr lang="en-US" sz="3200" b="1" spc="-10" dirty="0">
                <a:solidFill>
                  <a:schemeClr val="bg1"/>
                </a:solidFill>
                <a:latin typeface="Times New Roman"/>
                <a:cs typeface="Times New Roman"/>
              </a:rPr>
              <a:t>Objective</a:t>
            </a:r>
            <a:endParaRPr lang="en-US" sz="3200" b="1" dirty="0">
              <a:solidFill>
                <a:schemeClr val="bg1"/>
              </a:solidFill>
              <a:latin typeface="Times New Roman"/>
              <a:cs typeface="Times New Roman"/>
            </a:endParaRPr>
          </a:p>
        </p:txBody>
      </p:sp>
      <p:sp>
        <p:nvSpPr>
          <p:cNvPr id="4" name="Footer Placeholder 3">
            <a:extLst>
              <a:ext uri="{FF2B5EF4-FFF2-40B4-BE49-F238E27FC236}">
                <a16:creationId xmlns:a16="http://schemas.microsoft.com/office/drawing/2014/main" id="{A663FD17-71ED-7DC6-9F9A-37F24F4E19BF}"/>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11</a:t>
            </a:r>
            <a:endParaRPr lang="en-IN" sz="14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53385B02-72A0-934F-7D16-10CBE95A288B}"/>
              </a:ext>
            </a:extLst>
          </p:cNvPr>
          <p:cNvSpPr>
            <a:spLocks noChangeArrowheads="1"/>
          </p:cNvSpPr>
          <p:nvPr/>
        </p:nvSpPr>
        <p:spPr bwMode="auto">
          <a:xfrm>
            <a:off x="274320" y="906321"/>
            <a:ext cx="1139165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improve cross-dataset robustness by extending the baseline CNN-based forgery detector using multiple benchmark datasets such as CASIA2, </a:t>
            </a:r>
            <a:r>
              <a:rPr lang="en-US" altLang="en-US" sz="2000" dirty="0" err="1">
                <a:latin typeface="Times New Roman" panose="02020603050405020304" pitchFamily="18" charset="0"/>
                <a:cs typeface="Times New Roman" panose="02020603050405020304" pitchFamily="18" charset="0"/>
              </a:rPr>
              <a:t>CoMoFoD</a:t>
            </a:r>
            <a:r>
              <a:rPr lang="en-US" altLang="en-US" sz="2000" dirty="0">
                <a:latin typeface="Times New Roman" panose="02020603050405020304" pitchFamily="18" charset="0"/>
                <a:cs typeface="Times New Roman" panose="02020603050405020304" pitchFamily="18" charset="0"/>
              </a:rPr>
              <a:t>, and NC2016, enabling better generalization across different forgery types.</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design and implement a hybrid CNN–Siamese architecture that extracts deep spatial and statistical features from images and compares original and suspicious images to detect tampering based on feature similarity.</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analyze region-level forensic inconsistencies, including noise irregularities, compression artifacts, and statistical variance, in order to support interpretable forgery detection decisions.</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evaluate the proposed model under real-world distortions such as JPEG compression (70–95%), Gaussian noise, and geometric transformations to assess practical forensic reliability.</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To achieve improved forgery detection performance by comparing the proposed approach with a ResNet-101 baseline model and demonstrating enhanced robustness and accuracy.</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59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1F276C7-BE66-D299-4E51-BEE398C47765}"/>
              </a:ext>
            </a:extLst>
          </p:cNvPr>
          <p:cNvSpPr txBox="1">
            <a:spLocks/>
          </p:cNvSpPr>
          <p:nvPr/>
        </p:nvSpPr>
        <p:spPr>
          <a:xfrm>
            <a:off x="321564" y="134585"/>
            <a:ext cx="11548872" cy="76691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0665" algn="l"/>
              </a:tabLst>
            </a:pPr>
            <a:r>
              <a:rPr lang="en-US" sz="3200" spc="-10" dirty="0">
                <a:solidFill>
                  <a:schemeClr val="bg1"/>
                </a:solidFill>
                <a:latin typeface="Times New Roman"/>
                <a:cs typeface="Times New Roman"/>
              </a:rPr>
              <a:t>EXISTING METHODOLOGY</a:t>
            </a:r>
          </a:p>
        </p:txBody>
      </p:sp>
      <p:sp>
        <p:nvSpPr>
          <p:cNvPr id="6" name="TextBox 5">
            <a:extLst>
              <a:ext uri="{FF2B5EF4-FFF2-40B4-BE49-F238E27FC236}">
                <a16:creationId xmlns:a16="http://schemas.microsoft.com/office/drawing/2014/main" id="{1DC0D9A3-04E5-18DA-75BA-A8D73BB834E1}"/>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7" name="Footer Placeholder 3">
            <a:extLst>
              <a:ext uri="{FF2B5EF4-FFF2-40B4-BE49-F238E27FC236}">
                <a16:creationId xmlns:a16="http://schemas.microsoft.com/office/drawing/2014/main" id="{80800D42-3AA7-62FA-22F1-A2261D9A638D}"/>
              </a:ext>
            </a:extLst>
          </p:cNvPr>
          <p:cNvSpPr txBox="1">
            <a:spLocks/>
          </p:cNvSpPr>
          <p:nvPr/>
        </p:nvSpPr>
        <p:spPr>
          <a:xfrm>
            <a:off x="4055364" y="6339957"/>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12</a:t>
            </a:r>
            <a:endParaRPr lang="en-IN" sz="1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EF4CD33-8210-2D99-E035-5CA94F8CA278}"/>
              </a:ext>
            </a:extLst>
          </p:cNvPr>
          <p:cNvSpPr txBox="1"/>
          <p:nvPr/>
        </p:nvSpPr>
        <p:spPr>
          <a:xfrm>
            <a:off x="2225678" y="5909070"/>
            <a:ext cx="9000203"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Figure 1: </a:t>
            </a:r>
            <a:r>
              <a:rPr lang="en-US" sz="2200" dirty="0">
                <a:latin typeface="Times New Roman" panose="02020603050405020304" pitchFamily="18" charset="0"/>
                <a:cs typeface="Times New Roman" panose="02020603050405020304" pitchFamily="18" charset="0"/>
              </a:rPr>
              <a:t>Block Diagram of Existing Image forgery detection.</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BB25609-3617-9CC0-810A-E006E2713F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759" y="985496"/>
            <a:ext cx="5782482" cy="4887007"/>
          </a:xfrm>
          <a:prstGeom prst="rect">
            <a:avLst/>
          </a:prstGeom>
        </p:spPr>
      </p:pic>
    </p:spTree>
    <p:extLst>
      <p:ext uri="{BB962C8B-B14F-4D97-AF65-F5344CB8AC3E}">
        <p14:creationId xmlns:p14="http://schemas.microsoft.com/office/powerpoint/2010/main" val="2127328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BBDAE775-97B5-359E-40D6-0AB57AA1B0DF}"/>
              </a:ext>
            </a:extLst>
          </p:cNvPr>
          <p:cNvSpPr txBox="1">
            <a:spLocks/>
          </p:cNvSpPr>
          <p:nvPr/>
        </p:nvSpPr>
        <p:spPr>
          <a:xfrm>
            <a:off x="4355592" y="635330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latin typeface="Times New Roman" panose="02020603050405020304" pitchFamily="18" charset="0"/>
                <a:cs typeface="Times New Roman" panose="02020603050405020304" pitchFamily="18" charset="0"/>
              </a:rPr>
              <a:t>13</a:t>
            </a:r>
            <a:endParaRPr lang="en-IN" sz="1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C30CFB9-8FC0-86F7-E792-216A6DBD8D99}"/>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26EDF076-5EBC-C872-D91F-099CDAEF6FC2}"/>
              </a:ext>
            </a:extLst>
          </p:cNvPr>
          <p:cNvSpPr txBox="1">
            <a:spLocks/>
          </p:cNvSpPr>
          <p:nvPr/>
        </p:nvSpPr>
        <p:spPr>
          <a:xfrm>
            <a:off x="454740" y="152918"/>
            <a:ext cx="11282515" cy="72625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7" name="Content Placeholder 6">
            <a:extLst>
              <a:ext uri="{FF2B5EF4-FFF2-40B4-BE49-F238E27FC236}">
                <a16:creationId xmlns:a16="http://schemas.microsoft.com/office/drawing/2014/main" id="{C4FEC5AB-0CE5-D2A8-0E81-B870D813C489}"/>
              </a:ext>
            </a:extLst>
          </p:cNvPr>
          <p:cNvSpPr>
            <a:spLocks noGrp="1"/>
          </p:cNvSpPr>
          <p:nvPr>
            <p:ph idx="1"/>
          </p:nvPr>
        </p:nvSpPr>
        <p:spPr>
          <a:xfrm>
            <a:off x="454739" y="1097280"/>
            <a:ext cx="11282515" cy="507968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Existing System :</a:t>
            </a:r>
          </a:p>
          <a:p>
            <a:pPr lvl="0"/>
            <a:r>
              <a:rPr lang="en-US" sz="2000" dirty="0">
                <a:latin typeface="Times New Roman" panose="02020603050405020304" pitchFamily="18" charset="0"/>
                <a:cs typeface="Times New Roman" panose="02020603050405020304" pitchFamily="18" charset="0"/>
              </a:rPr>
              <a:t>Manual and semi-automated forgery detection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Uses handcrafted features (SIFT, DCT, LBP)</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Requires expert knowledge</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Low accuracy for complex forgeries</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Not scalable for large datasets</a:t>
            </a:r>
          </a:p>
          <a:p>
            <a:pPr marL="0" indent="0">
              <a:buNone/>
            </a:pPr>
            <a:r>
              <a:rPr lang="en-US" sz="2000" b="1" dirty="0">
                <a:latin typeface="Times New Roman" panose="02020603050405020304" pitchFamily="18" charset="0"/>
                <a:cs typeface="Times New Roman" panose="02020603050405020304" pitchFamily="18" charset="0"/>
              </a:rPr>
              <a:t>Limitations of Existing System :</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Sensitive to noise and compression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Poor generalization capability</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Time-consuming analysis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No user-friendly interface</a:t>
            </a:r>
            <a:endParaRPr lang="en-IN" sz="2000"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IN" sz="3200" dirty="0"/>
          </a:p>
        </p:txBody>
      </p:sp>
    </p:spTree>
    <p:extLst>
      <p:ext uri="{BB962C8B-B14F-4D97-AF65-F5344CB8AC3E}">
        <p14:creationId xmlns:p14="http://schemas.microsoft.com/office/powerpoint/2010/main" val="1139688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84E130-9D3C-795F-7EB2-AE3E3EC36236}"/>
              </a:ext>
            </a:extLst>
          </p:cNvPr>
          <p:cNvSpPr>
            <a:spLocks noGrp="1"/>
          </p:cNvSpPr>
          <p:nvPr>
            <p:ph type="ftr" sz="quarter" idx="11"/>
          </p:nvPr>
        </p:nvSpPr>
        <p:spPr/>
        <p:txBody>
          <a:bodyPr/>
          <a:lstStyle/>
          <a:p>
            <a:r>
              <a:rPr lang="en-IN" dirty="0"/>
              <a:t>14</a:t>
            </a:r>
          </a:p>
        </p:txBody>
      </p:sp>
      <p:sp>
        <p:nvSpPr>
          <p:cNvPr id="4" name="Rectangle 3">
            <a:extLst>
              <a:ext uri="{FF2B5EF4-FFF2-40B4-BE49-F238E27FC236}">
                <a16:creationId xmlns:a16="http://schemas.microsoft.com/office/drawing/2014/main" id="{9CAADFD3-102A-FA0F-5CDE-4CB8B50F59A4}"/>
              </a:ext>
            </a:extLst>
          </p:cNvPr>
          <p:cNvSpPr/>
          <p:nvPr/>
        </p:nvSpPr>
        <p:spPr>
          <a:xfrm>
            <a:off x="1638297" y="1282010"/>
            <a:ext cx="1981200" cy="60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Times New Roman" panose="02020603050405020304" pitchFamily="18" charset="0"/>
                <a:cs typeface="Times New Roman" pitchFamily="18" charset="0"/>
              </a:rPr>
              <a:t>    </a:t>
            </a:r>
            <a:r>
              <a:rPr lang="en-US" dirty="0">
                <a:solidFill>
                  <a:schemeClr val="tx1"/>
                </a:solidFill>
                <a:latin typeface="Times New Roman" panose="02020603050405020304" pitchFamily="18" charset="0"/>
                <a:cs typeface="Times New Roman" pitchFamily="18" charset="0"/>
              </a:rPr>
              <a:t>Data Collection</a:t>
            </a:r>
          </a:p>
        </p:txBody>
      </p:sp>
      <p:sp>
        <p:nvSpPr>
          <p:cNvPr id="5" name="Rectangle 4">
            <a:extLst>
              <a:ext uri="{FF2B5EF4-FFF2-40B4-BE49-F238E27FC236}">
                <a16:creationId xmlns:a16="http://schemas.microsoft.com/office/drawing/2014/main" id="{7C4C6165-AD2B-C454-301D-BB53E24E3288}"/>
              </a:ext>
            </a:extLst>
          </p:cNvPr>
          <p:cNvSpPr/>
          <p:nvPr/>
        </p:nvSpPr>
        <p:spPr>
          <a:xfrm>
            <a:off x="1752597" y="3651756"/>
            <a:ext cx="1905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Times New Roman" pitchFamily="18" charset="0"/>
                <a:cs typeface="Times New Roman" pitchFamily="18" charset="0"/>
              </a:rPr>
              <a:t>Model Selection (CNN + ResNet18)</a:t>
            </a:r>
          </a:p>
        </p:txBody>
      </p:sp>
      <p:sp>
        <p:nvSpPr>
          <p:cNvPr id="6" name="Rectangle 5">
            <a:extLst>
              <a:ext uri="{FF2B5EF4-FFF2-40B4-BE49-F238E27FC236}">
                <a16:creationId xmlns:a16="http://schemas.microsoft.com/office/drawing/2014/main" id="{01C1411B-5201-2F08-52D2-B82A8680381F}"/>
              </a:ext>
            </a:extLst>
          </p:cNvPr>
          <p:cNvSpPr/>
          <p:nvPr/>
        </p:nvSpPr>
        <p:spPr>
          <a:xfrm>
            <a:off x="1826373" y="5117190"/>
            <a:ext cx="1828800" cy="78581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Model Training</a:t>
            </a:r>
          </a:p>
        </p:txBody>
      </p:sp>
      <p:sp>
        <p:nvSpPr>
          <p:cNvPr id="7" name="Rectangle 6">
            <a:extLst>
              <a:ext uri="{FF2B5EF4-FFF2-40B4-BE49-F238E27FC236}">
                <a16:creationId xmlns:a16="http://schemas.microsoft.com/office/drawing/2014/main" id="{FAC81C6D-ED7F-E5B4-99A8-58F4E65AC2DD}"/>
              </a:ext>
            </a:extLst>
          </p:cNvPr>
          <p:cNvSpPr/>
          <p:nvPr/>
        </p:nvSpPr>
        <p:spPr>
          <a:xfrm>
            <a:off x="4555217" y="5175304"/>
            <a:ext cx="1905000" cy="7669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Model Evaluation</a:t>
            </a:r>
          </a:p>
        </p:txBody>
      </p:sp>
      <p:sp>
        <p:nvSpPr>
          <p:cNvPr id="9" name="Rectangle 8">
            <a:extLst>
              <a:ext uri="{FF2B5EF4-FFF2-40B4-BE49-F238E27FC236}">
                <a16:creationId xmlns:a16="http://schemas.microsoft.com/office/drawing/2014/main" id="{A1D566F3-FF76-548A-2DAE-A7FB73ED223E}"/>
              </a:ext>
            </a:extLst>
          </p:cNvPr>
          <p:cNvSpPr/>
          <p:nvPr/>
        </p:nvSpPr>
        <p:spPr>
          <a:xfrm>
            <a:off x="7204814" y="5142135"/>
            <a:ext cx="1260594" cy="7608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System   Integration</a:t>
            </a:r>
          </a:p>
        </p:txBody>
      </p:sp>
      <p:sp>
        <p:nvSpPr>
          <p:cNvPr id="11" name="Down Arrow 101">
            <a:extLst>
              <a:ext uri="{FF2B5EF4-FFF2-40B4-BE49-F238E27FC236}">
                <a16:creationId xmlns:a16="http://schemas.microsoft.com/office/drawing/2014/main" id="{B18F503F-6D02-923D-5AD1-6F13F54A436C}"/>
              </a:ext>
            </a:extLst>
          </p:cNvPr>
          <p:cNvSpPr/>
          <p:nvPr/>
        </p:nvSpPr>
        <p:spPr>
          <a:xfrm>
            <a:off x="2410203" y="3116448"/>
            <a:ext cx="369192" cy="535308"/>
          </a:xfrm>
          <a:prstGeom prst="downArrow">
            <a:avLst>
              <a:gd name="adj1" fmla="val 50000"/>
              <a:gd name="adj2" fmla="val 5058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Down Arrow 102">
            <a:extLst>
              <a:ext uri="{FF2B5EF4-FFF2-40B4-BE49-F238E27FC236}">
                <a16:creationId xmlns:a16="http://schemas.microsoft.com/office/drawing/2014/main" id="{B42B0B43-6DFC-BA34-08A7-D8437476B5CD}"/>
              </a:ext>
            </a:extLst>
          </p:cNvPr>
          <p:cNvSpPr/>
          <p:nvPr/>
        </p:nvSpPr>
        <p:spPr>
          <a:xfrm>
            <a:off x="2445763" y="4566156"/>
            <a:ext cx="437388" cy="525992"/>
          </a:xfrm>
          <a:prstGeom prst="downArrow">
            <a:avLst>
              <a:gd name="adj1" fmla="val 50000"/>
              <a:gd name="adj2" fmla="val 4387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Left Arrow 103">
            <a:extLst>
              <a:ext uri="{FF2B5EF4-FFF2-40B4-BE49-F238E27FC236}">
                <a16:creationId xmlns:a16="http://schemas.microsoft.com/office/drawing/2014/main" id="{21286B85-8AC7-A94A-7EAE-C1528A446472}"/>
              </a:ext>
            </a:extLst>
          </p:cNvPr>
          <p:cNvSpPr/>
          <p:nvPr/>
        </p:nvSpPr>
        <p:spPr>
          <a:xfrm rot="10800000">
            <a:off x="8465408" y="5329715"/>
            <a:ext cx="647700" cy="420481"/>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Left Arrow 104">
            <a:extLst>
              <a:ext uri="{FF2B5EF4-FFF2-40B4-BE49-F238E27FC236}">
                <a16:creationId xmlns:a16="http://schemas.microsoft.com/office/drawing/2014/main" id="{86438CFE-B990-8DFF-8190-CB7E6604CA61}"/>
              </a:ext>
            </a:extLst>
          </p:cNvPr>
          <p:cNvSpPr/>
          <p:nvPr/>
        </p:nvSpPr>
        <p:spPr>
          <a:xfrm rot="10800000">
            <a:off x="6460217" y="5376199"/>
            <a:ext cx="744597" cy="365125"/>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5C281BB6-47B3-292A-4FFD-CEEC605B6C33}"/>
              </a:ext>
            </a:extLst>
          </p:cNvPr>
          <p:cNvSpPr txBox="1">
            <a:spLocks/>
          </p:cNvSpPr>
          <p:nvPr/>
        </p:nvSpPr>
        <p:spPr>
          <a:xfrm>
            <a:off x="265176" y="22243"/>
            <a:ext cx="11391654" cy="76691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0665" algn="l"/>
              </a:tabLst>
            </a:pPr>
            <a:r>
              <a:rPr lang="en-US" sz="3200" b="1" dirty="0">
                <a:solidFill>
                  <a:schemeClr val="bg1"/>
                </a:solidFill>
                <a:latin typeface="Times New Roman"/>
                <a:cs typeface="Times New Roman"/>
              </a:rPr>
              <a:t>Proposed Methodology</a:t>
            </a:r>
          </a:p>
        </p:txBody>
      </p:sp>
      <p:sp>
        <p:nvSpPr>
          <p:cNvPr id="17" name="TextBox 16">
            <a:extLst>
              <a:ext uri="{FF2B5EF4-FFF2-40B4-BE49-F238E27FC236}">
                <a16:creationId xmlns:a16="http://schemas.microsoft.com/office/drawing/2014/main" id="{7342D060-6C79-682B-5172-9886EB1DC75C}"/>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18" name="Rectangle 17">
            <a:extLst>
              <a:ext uri="{FF2B5EF4-FFF2-40B4-BE49-F238E27FC236}">
                <a16:creationId xmlns:a16="http://schemas.microsoft.com/office/drawing/2014/main" id="{E7B12A50-A1D3-4DA4-A60B-A95EBDD5F0C6}"/>
              </a:ext>
            </a:extLst>
          </p:cNvPr>
          <p:cNvSpPr/>
          <p:nvPr/>
        </p:nvSpPr>
        <p:spPr>
          <a:xfrm>
            <a:off x="1638297" y="2375870"/>
            <a:ext cx="2133600" cy="7170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itchFamily="18" charset="0"/>
                <a:cs typeface="Times New Roman" pitchFamily="18" charset="0"/>
              </a:rPr>
              <a:t>Data Preprocessing </a:t>
            </a:r>
          </a:p>
        </p:txBody>
      </p:sp>
      <p:sp>
        <p:nvSpPr>
          <p:cNvPr id="19" name="Down Arrow 102">
            <a:extLst>
              <a:ext uri="{FF2B5EF4-FFF2-40B4-BE49-F238E27FC236}">
                <a16:creationId xmlns:a16="http://schemas.microsoft.com/office/drawing/2014/main" id="{3E805251-2311-4DE3-2681-FE21BBA45674}"/>
              </a:ext>
            </a:extLst>
          </p:cNvPr>
          <p:cNvSpPr/>
          <p:nvPr/>
        </p:nvSpPr>
        <p:spPr>
          <a:xfrm>
            <a:off x="2444301" y="1921938"/>
            <a:ext cx="369192" cy="450422"/>
          </a:xfrm>
          <a:prstGeom prst="downArrow">
            <a:avLst>
              <a:gd name="adj1" fmla="val 50000"/>
              <a:gd name="adj2" fmla="val 43877"/>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Left Arrow 104">
            <a:extLst>
              <a:ext uri="{FF2B5EF4-FFF2-40B4-BE49-F238E27FC236}">
                <a16:creationId xmlns:a16="http://schemas.microsoft.com/office/drawing/2014/main" id="{F9A03449-0D1F-4D18-DA74-F67A399E38D0}"/>
              </a:ext>
            </a:extLst>
          </p:cNvPr>
          <p:cNvSpPr/>
          <p:nvPr/>
        </p:nvSpPr>
        <p:spPr>
          <a:xfrm rot="10800000">
            <a:off x="3655173" y="5310244"/>
            <a:ext cx="900044" cy="406829"/>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4372344-23F3-7A08-29F2-6C302D1B7ADD}"/>
              </a:ext>
            </a:extLst>
          </p:cNvPr>
          <p:cNvSpPr/>
          <p:nvPr/>
        </p:nvSpPr>
        <p:spPr>
          <a:xfrm>
            <a:off x="9115939" y="5092148"/>
            <a:ext cx="1260595" cy="7669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Times New Roman" pitchFamily="18" charset="0"/>
                <a:cs typeface="Times New Roman" pitchFamily="18" charset="0"/>
              </a:rPr>
              <a:t>Testing &amp; validation</a:t>
            </a:r>
          </a:p>
        </p:txBody>
      </p:sp>
    </p:spTree>
    <p:extLst>
      <p:ext uri="{BB962C8B-B14F-4D97-AF65-F5344CB8AC3E}">
        <p14:creationId xmlns:p14="http://schemas.microsoft.com/office/powerpoint/2010/main" val="1431236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E831632-FB02-90D7-E33A-73C21F3ECD3C}"/>
              </a:ext>
            </a:extLst>
          </p:cNvPr>
          <p:cNvSpPr>
            <a:spLocks noGrp="1"/>
          </p:cNvSpPr>
          <p:nvPr>
            <p:ph idx="1"/>
          </p:nvPr>
        </p:nvSpPr>
        <p:spPr>
          <a:xfrm>
            <a:off x="454741" y="1060704"/>
            <a:ext cx="11282514" cy="5116259"/>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Data Collection</a:t>
            </a:r>
          </a:p>
          <a:p>
            <a:r>
              <a:rPr lang="en-US" sz="1800" dirty="0">
                <a:latin typeface="Times New Roman" panose="02020603050405020304" pitchFamily="18" charset="0"/>
                <a:cs typeface="Times New Roman" panose="02020603050405020304" pitchFamily="18" charset="0"/>
              </a:rPr>
              <a:t>Authentic and forged image datasets are collected from public sources such as CASIA v2.0, </a:t>
            </a:r>
            <a:r>
              <a:rPr lang="en-US" sz="1800" dirty="0" err="1">
                <a:latin typeface="Times New Roman" panose="02020603050405020304" pitchFamily="18" charset="0"/>
                <a:cs typeface="Times New Roman" panose="02020603050405020304" pitchFamily="18" charset="0"/>
              </a:rPr>
              <a:t>CoMoFoD</a:t>
            </a:r>
            <a:r>
              <a:rPr lang="en-US" sz="1800" dirty="0">
                <a:latin typeface="Times New Roman" panose="02020603050405020304" pitchFamily="18" charset="0"/>
                <a:cs typeface="Times New Roman" panose="02020603050405020304" pitchFamily="18" charset="0"/>
              </a:rPr>
              <a:t>, and NC2016.</a:t>
            </a:r>
          </a:p>
          <a:p>
            <a:r>
              <a:rPr lang="en-US" sz="1800" dirty="0">
                <a:latin typeface="Times New Roman" panose="02020603050405020304" pitchFamily="18" charset="0"/>
                <a:cs typeface="Times New Roman" panose="02020603050405020304" pitchFamily="18" charset="0"/>
              </a:rPr>
              <a:t>These datasets cover multiple forgery types including copy-move, splicing, and object removal.</a:t>
            </a:r>
          </a:p>
          <a:p>
            <a:r>
              <a:rPr lang="en-US" sz="1800" dirty="0">
                <a:latin typeface="Times New Roman" panose="02020603050405020304" pitchFamily="18" charset="0"/>
                <a:cs typeface="Times New Roman" panose="02020603050405020304" pitchFamily="18" charset="0"/>
              </a:rPr>
              <a:t>Images are sourced from Kaggle and other repositories to ensure diversity in content, resolution, and format.</a:t>
            </a:r>
          </a:p>
          <a:p>
            <a:r>
              <a:rPr lang="en-US" sz="1800" dirty="0">
                <a:latin typeface="Times New Roman" panose="02020603050405020304" pitchFamily="18" charset="0"/>
                <a:cs typeface="Times New Roman" panose="02020603050405020304" pitchFamily="18" charset="0"/>
              </a:rPr>
              <a:t>Noise and irrelevant data are removed to maintain dataset quality and prevent model confusion.</a:t>
            </a:r>
          </a:p>
          <a:p>
            <a:pPr marL="0" indent="0">
              <a:buNone/>
            </a:pPr>
            <a:r>
              <a:rPr lang="en-US" sz="2000" b="1" dirty="0">
                <a:latin typeface="Times New Roman" panose="02020603050405020304" pitchFamily="18" charset="0"/>
                <a:cs typeface="Times New Roman" panose="02020603050405020304" pitchFamily="18" charset="0"/>
              </a:rPr>
              <a:t> Data Preprocessing</a:t>
            </a:r>
          </a:p>
          <a:p>
            <a:r>
              <a:rPr lang="en-US" sz="1800" dirty="0">
                <a:latin typeface="Times New Roman" panose="02020603050405020304" pitchFamily="18" charset="0"/>
                <a:cs typeface="Times New Roman" panose="02020603050405020304" pitchFamily="18" charset="0"/>
              </a:rPr>
              <a:t>All images are resized to a uniform dimension to ensure compatibility with the CNN input layer.</a:t>
            </a:r>
          </a:p>
          <a:p>
            <a:r>
              <a:rPr lang="en-US" sz="1800" dirty="0">
                <a:latin typeface="Times New Roman" panose="02020603050405020304" pitchFamily="18" charset="0"/>
                <a:cs typeface="Times New Roman" panose="02020603050405020304" pitchFamily="18" charset="0"/>
              </a:rPr>
              <a:t>Data augmentation techniques such as rotation, flipping, and scaling are applied to increase dataset diversity.</a:t>
            </a:r>
          </a:p>
          <a:p>
            <a:r>
              <a:rPr lang="en-US" sz="1800" dirty="0">
                <a:latin typeface="Times New Roman" panose="02020603050405020304" pitchFamily="18" charset="0"/>
                <a:cs typeface="Times New Roman" panose="02020603050405020304" pitchFamily="18" charset="0"/>
              </a:rPr>
              <a:t>Images are converted to consistent file formats and color spaces to maintain uniformity across the dataset.</a:t>
            </a:r>
          </a:p>
          <a:p>
            <a:pPr marL="0" indent="0">
              <a:buNone/>
            </a:pPr>
            <a:r>
              <a:rPr lang="en-US" sz="2000" b="1" dirty="0">
                <a:latin typeface="Times New Roman" panose="02020603050405020304" pitchFamily="18" charset="0"/>
                <a:cs typeface="Times New Roman" panose="02020603050405020304" pitchFamily="18" charset="0"/>
              </a:rPr>
              <a:t>Model Training (CNN)</a:t>
            </a:r>
          </a:p>
          <a:p>
            <a:r>
              <a:rPr lang="en-US" sz="1800" dirty="0">
                <a:latin typeface="Times New Roman" panose="02020603050405020304" pitchFamily="18" charset="0"/>
                <a:cs typeface="Times New Roman" panose="02020603050405020304" pitchFamily="18" charset="0"/>
              </a:rPr>
              <a:t>Organize data into Training and Validation sets.</a:t>
            </a:r>
          </a:p>
          <a:p>
            <a:r>
              <a:rPr lang="en-US" sz="1800" dirty="0">
                <a:latin typeface="Times New Roman" panose="02020603050405020304" pitchFamily="18" charset="0"/>
                <a:cs typeface="Times New Roman" panose="02020603050405020304" pitchFamily="18" charset="0"/>
              </a:rPr>
              <a:t>A Convolutional Neural Network (CNN) architecture is implemented with layers including convolution, pooling, and fully connected layers.</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2F7372B0-D5F7-59C8-F8EF-655ABE0B7168}"/>
              </a:ext>
            </a:extLst>
          </p:cNvPr>
          <p:cNvSpPr>
            <a:spLocks noGrp="1"/>
          </p:cNvSpPr>
          <p:nvPr>
            <p:ph type="ftr" sz="quarter" idx="11"/>
          </p:nvPr>
        </p:nvSpPr>
        <p:spPr/>
        <p:txBody>
          <a:bodyPr/>
          <a:lstStyle/>
          <a:p>
            <a:r>
              <a:rPr lang="en-IN" dirty="0"/>
              <a:t>15</a:t>
            </a:r>
          </a:p>
        </p:txBody>
      </p:sp>
      <p:sp>
        <p:nvSpPr>
          <p:cNvPr id="5" name="Title 1">
            <a:extLst>
              <a:ext uri="{FF2B5EF4-FFF2-40B4-BE49-F238E27FC236}">
                <a16:creationId xmlns:a16="http://schemas.microsoft.com/office/drawing/2014/main" id="{B04C6C0B-258B-256B-26A6-062B7DF19946}"/>
              </a:ext>
            </a:extLst>
          </p:cNvPr>
          <p:cNvSpPr txBox="1">
            <a:spLocks/>
          </p:cNvSpPr>
          <p:nvPr/>
        </p:nvSpPr>
        <p:spPr>
          <a:xfrm>
            <a:off x="454740" y="152918"/>
            <a:ext cx="11282515" cy="72625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7EA0F82C-BC9A-F594-46C2-62A96A3ECF2E}"/>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49402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5106C3-4B42-1EF0-ACBA-98688370EA15}"/>
              </a:ext>
            </a:extLst>
          </p:cNvPr>
          <p:cNvSpPr>
            <a:spLocks noGrp="1"/>
          </p:cNvSpPr>
          <p:nvPr>
            <p:ph idx="1"/>
          </p:nvPr>
        </p:nvSpPr>
        <p:spPr>
          <a:xfrm>
            <a:off x="454740" y="1069848"/>
            <a:ext cx="11282514" cy="5107115"/>
          </a:xfrm>
        </p:spPr>
        <p:txBody>
          <a:bodyPr>
            <a:normAutofit/>
          </a:bodyPr>
          <a:lstStyle/>
          <a:p>
            <a:r>
              <a:rPr lang="en-US" sz="1800" dirty="0">
                <a:latin typeface="Times New Roman" panose="02020603050405020304" pitchFamily="18" charset="0"/>
                <a:cs typeface="Times New Roman" panose="02020603050405020304" pitchFamily="18" charset="0"/>
              </a:rPr>
              <a:t>The model is trained to identify forgery patterns by learning spatial and statistical features from images.</a:t>
            </a:r>
          </a:p>
          <a:p>
            <a:r>
              <a:rPr lang="en-US" sz="1800" dirty="0">
                <a:latin typeface="Times New Roman" panose="02020603050405020304" pitchFamily="18" charset="0"/>
                <a:cs typeface="Times New Roman" panose="02020603050405020304" pitchFamily="18" charset="0"/>
              </a:rPr>
              <a:t>Hyperparameters such as learning rate, batch size, and number of epochs are optimized during training.</a:t>
            </a:r>
          </a:p>
          <a:p>
            <a:pPr marL="0" indent="0">
              <a:buNone/>
            </a:pPr>
            <a:r>
              <a:rPr lang="en-US" sz="2000" b="1" dirty="0">
                <a:latin typeface="Times New Roman" panose="02020603050405020304" pitchFamily="18" charset="0"/>
                <a:cs typeface="Times New Roman" panose="02020603050405020304" pitchFamily="18" charset="0"/>
              </a:rPr>
              <a:t>Data Evaluation</a:t>
            </a:r>
          </a:p>
          <a:p>
            <a:r>
              <a:rPr lang="en-US" sz="1800" dirty="0">
                <a:latin typeface="Times New Roman" panose="02020603050405020304" pitchFamily="18" charset="0"/>
                <a:cs typeface="Times New Roman" panose="02020603050405020304" pitchFamily="18" charset="0"/>
              </a:rPr>
              <a:t>Evaluation metrics including accuracy, precision, recall, and F1-score are computed to assess classification performance.</a:t>
            </a:r>
          </a:p>
          <a:p>
            <a:r>
              <a:rPr lang="en-US" sz="1800" dirty="0">
                <a:latin typeface="Times New Roman" panose="02020603050405020304" pitchFamily="18" charset="0"/>
                <a:cs typeface="Times New Roman" panose="02020603050405020304" pitchFamily="18" charset="0"/>
              </a:rPr>
              <a:t>Confusion matrices and ROC curves are generated to visualize model strengths and weaknesses.</a:t>
            </a:r>
          </a:p>
          <a:p>
            <a:r>
              <a:rPr lang="en-US" sz="1800" dirty="0">
                <a:latin typeface="Times New Roman" panose="02020603050405020304" pitchFamily="18" charset="0"/>
                <a:cs typeface="Times New Roman" panose="02020603050405020304" pitchFamily="18" charset="0"/>
              </a:rPr>
              <a:t>Parameters are fine-tuned </a:t>
            </a:r>
            <a:r>
              <a:rPr lang="en-US" sz="1900" dirty="0">
                <a:latin typeface="Times New Roman" panose="02020603050405020304" pitchFamily="18" charset="0"/>
                <a:cs typeface="Times New Roman" panose="02020603050405020304" pitchFamily="18" charset="0"/>
              </a:rPr>
              <a:t>based on evaluation results to achieve higher accuracy and better generalization.</a:t>
            </a:r>
          </a:p>
          <a:p>
            <a:pPr marL="0" indent="0">
              <a:buNone/>
            </a:pPr>
            <a:r>
              <a:rPr lang="en-US" sz="2000" b="1" dirty="0">
                <a:latin typeface="Times New Roman" panose="02020603050405020304" pitchFamily="18" charset="0"/>
                <a:cs typeface="Times New Roman" panose="02020603050405020304" pitchFamily="18" charset="0"/>
              </a:rPr>
              <a:t>System Integration (Flask)</a:t>
            </a:r>
          </a:p>
          <a:p>
            <a:r>
              <a:rPr lang="en-US" sz="1800" dirty="0">
                <a:latin typeface="Times New Roman" panose="02020603050405020304" pitchFamily="18" charset="0"/>
                <a:cs typeface="Times New Roman" panose="02020603050405020304" pitchFamily="18" charset="0"/>
              </a:rPr>
              <a:t>The trained model is connected to a web interface using the Flask framework as the backend middleware.</a:t>
            </a:r>
          </a:p>
          <a:p>
            <a:r>
              <a:rPr lang="en-US" sz="1800" dirty="0">
                <a:latin typeface="Times New Roman" panose="02020603050405020304" pitchFamily="18" charset="0"/>
                <a:cs typeface="Times New Roman" panose="02020603050405020304" pitchFamily="18" charset="0"/>
              </a:rPr>
              <a:t>Flask handles HTTP requests from the frontend, processes uploaded images, and returns model predictions.</a:t>
            </a:r>
          </a:p>
          <a:p>
            <a:r>
              <a:rPr lang="en-US" sz="1800" dirty="0">
                <a:latin typeface="Times New Roman" panose="02020603050405020304" pitchFamily="18" charset="0"/>
                <a:cs typeface="Times New Roman" panose="02020603050405020304" pitchFamily="18" charset="0"/>
              </a:rPr>
              <a:t>Smooth data handling is ensured through proper validation, preprocessing, and error management between frontend and model.</a:t>
            </a:r>
          </a:p>
          <a:p>
            <a:r>
              <a:rPr lang="en-US" sz="1800" dirty="0">
                <a:latin typeface="Times New Roman" panose="02020603050405020304" pitchFamily="18" charset="0"/>
                <a:cs typeface="Times New Roman" panose="02020603050405020304" pitchFamily="18" charset="0"/>
              </a:rPr>
              <a:t>API endpoints are structured for easy integration with web interfaces and potential future mobile applications.</a:t>
            </a:r>
          </a:p>
          <a:p>
            <a:endParaRPr lang="en-IN" dirty="0"/>
          </a:p>
        </p:txBody>
      </p:sp>
      <p:sp>
        <p:nvSpPr>
          <p:cNvPr id="4" name="Footer Placeholder 3">
            <a:extLst>
              <a:ext uri="{FF2B5EF4-FFF2-40B4-BE49-F238E27FC236}">
                <a16:creationId xmlns:a16="http://schemas.microsoft.com/office/drawing/2014/main" id="{B1814AED-E37C-8120-72EC-20DB952902B2}"/>
              </a:ext>
            </a:extLst>
          </p:cNvPr>
          <p:cNvSpPr>
            <a:spLocks noGrp="1"/>
          </p:cNvSpPr>
          <p:nvPr>
            <p:ph type="ftr" sz="quarter" idx="11"/>
          </p:nvPr>
        </p:nvSpPr>
        <p:spPr/>
        <p:txBody>
          <a:bodyPr/>
          <a:lstStyle/>
          <a:p>
            <a:r>
              <a:rPr lang="en-IN" dirty="0"/>
              <a:t>16</a:t>
            </a:r>
          </a:p>
        </p:txBody>
      </p:sp>
      <p:sp>
        <p:nvSpPr>
          <p:cNvPr id="5" name="Title 1">
            <a:extLst>
              <a:ext uri="{FF2B5EF4-FFF2-40B4-BE49-F238E27FC236}">
                <a16:creationId xmlns:a16="http://schemas.microsoft.com/office/drawing/2014/main" id="{59DC7CEF-3A44-D57F-59C8-0D9EAF6F9A92}"/>
              </a:ext>
            </a:extLst>
          </p:cNvPr>
          <p:cNvSpPr txBox="1">
            <a:spLocks/>
          </p:cNvSpPr>
          <p:nvPr/>
        </p:nvSpPr>
        <p:spPr>
          <a:xfrm>
            <a:off x="454740" y="152918"/>
            <a:ext cx="11282515" cy="72625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CFAED983-6C94-487D-AD63-95C9D233B188}"/>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28644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973E9-CAB8-3360-E906-18BF2AFEAC9A}"/>
              </a:ext>
            </a:extLst>
          </p:cNvPr>
          <p:cNvSpPr>
            <a:spLocks noGrp="1"/>
          </p:cNvSpPr>
          <p:nvPr>
            <p:ph idx="1"/>
          </p:nvPr>
        </p:nvSpPr>
        <p:spPr>
          <a:xfrm>
            <a:off x="454740" y="813816"/>
            <a:ext cx="11282514" cy="5363147"/>
          </a:xfrm>
        </p:spPr>
        <p:txBody>
          <a:bodyPr/>
          <a:lstStyle/>
          <a:p>
            <a:pPr marL="0" indent="0">
              <a:buNone/>
            </a:pPr>
            <a:r>
              <a:rPr lang="en-US" sz="2000" b="1" dirty="0">
                <a:latin typeface="Times New Roman" panose="02020603050405020304" pitchFamily="18" charset="0"/>
                <a:cs typeface="Times New Roman" panose="02020603050405020304" pitchFamily="18" charset="0"/>
              </a:rPr>
              <a:t>Testing &amp; Validation</a:t>
            </a:r>
          </a:p>
          <a:p>
            <a:r>
              <a:rPr lang="en-US" sz="1800" dirty="0">
                <a:latin typeface="Times New Roman" panose="02020603050405020304" pitchFamily="18" charset="0"/>
                <a:cs typeface="Times New Roman" panose="02020603050405020304" pitchFamily="18" charset="0"/>
              </a:rPr>
              <a:t>The system is tested with real-world forged images to evaluate practical forensic performance.</a:t>
            </a:r>
          </a:p>
          <a:p>
            <a:r>
              <a:rPr lang="en-US" sz="1800" dirty="0">
                <a:latin typeface="Times New Roman" panose="02020603050405020304" pitchFamily="18" charset="0"/>
                <a:cs typeface="Times New Roman" panose="02020603050405020304" pitchFamily="18" charset="0"/>
              </a:rPr>
              <a:t>Robustness is validated using images subjected to post-processing operations like compression and noise addition.</a:t>
            </a:r>
          </a:p>
          <a:p>
            <a:r>
              <a:rPr lang="en-US" sz="1800" dirty="0">
                <a:latin typeface="Times New Roman" panose="02020603050405020304" pitchFamily="18" charset="0"/>
                <a:cs typeface="Times New Roman" panose="02020603050405020304" pitchFamily="18" charset="0"/>
              </a:rPr>
              <a:t>Overall system reliability is assessed through extended runtime testing and edge case handling.</a:t>
            </a:r>
          </a:p>
          <a:p>
            <a:r>
              <a:rPr lang="en-US" sz="1800" dirty="0">
                <a:latin typeface="Times New Roman" panose="02020603050405020304" pitchFamily="18" charset="0"/>
                <a:cs typeface="Times New Roman" panose="02020603050405020304" pitchFamily="18" charset="0"/>
              </a:rPr>
              <a:t>Comparative analysis against existing methods confirms the effectiveness of the proposed framework.</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2EC9EEE-C514-F377-7ECD-CAC1BDD84E4E}"/>
              </a:ext>
            </a:extLst>
          </p:cNvPr>
          <p:cNvSpPr>
            <a:spLocks noGrp="1"/>
          </p:cNvSpPr>
          <p:nvPr>
            <p:ph type="ftr" sz="quarter" idx="11"/>
          </p:nvPr>
        </p:nvSpPr>
        <p:spPr/>
        <p:txBody>
          <a:bodyPr/>
          <a:lstStyle/>
          <a:p>
            <a:r>
              <a:rPr lang="en-IN" dirty="0"/>
              <a:t>17</a:t>
            </a:r>
          </a:p>
        </p:txBody>
      </p:sp>
      <p:sp>
        <p:nvSpPr>
          <p:cNvPr id="5" name="Title 1">
            <a:extLst>
              <a:ext uri="{FF2B5EF4-FFF2-40B4-BE49-F238E27FC236}">
                <a16:creationId xmlns:a16="http://schemas.microsoft.com/office/drawing/2014/main" id="{5FA864DA-CD66-8523-9A8A-DEBAC23A61E2}"/>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E829B313-180B-E13B-F30B-5DBD43E1EDFE}"/>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08866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D69CF1B-BFDF-1144-45A6-D8CA350C69F7}"/>
              </a:ext>
            </a:extLst>
          </p:cNvPr>
          <p:cNvSpPr>
            <a:spLocks noGrp="1"/>
          </p:cNvSpPr>
          <p:nvPr>
            <p:ph type="ftr" sz="quarter" idx="11"/>
          </p:nvPr>
        </p:nvSpPr>
        <p:spPr/>
        <p:txBody>
          <a:bodyPr/>
          <a:lstStyle/>
          <a:p>
            <a:r>
              <a:rPr lang="en-IN" dirty="0"/>
              <a:t>18</a:t>
            </a:r>
          </a:p>
        </p:txBody>
      </p:sp>
      <p:sp>
        <p:nvSpPr>
          <p:cNvPr id="6" name="Title 1">
            <a:extLst>
              <a:ext uri="{FF2B5EF4-FFF2-40B4-BE49-F238E27FC236}">
                <a16:creationId xmlns:a16="http://schemas.microsoft.com/office/drawing/2014/main" id="{CDD31548-83E9-E38E-573B-65CFD602DA26}"/>
              </a:ext>
            </a:extLst>
          </p:cNvPr>
          <p:cNvSpPr txBox="1">
            <a:spLocks/>
          </p:cNvSpPr>
          <p:nvPr/>
        </p:nvSpPr>
        <p:spPr>
          <a:xfrm>
            <a:off x="454740" y="136525"/>
            <a:ext cx="11282515" cy="600894"/>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v"/>
            </a:pPr>
            <a:r>
              <a:rPr lang="en-US" sz="3200" b="1" dirty="0">
                <a:solidFill>
                  <a:schemeClr val="bg1"/>
                </a:solidFill>
                <a:latin typeface="Times New Roman" panose="02020603050405020304" pitchFamily="18" charset="0"/>
                <a:cs typeface="Times New Roman" panose="02020603050405020304" pitchFamily="18" charset="0"/>
              </a:rPr>
              <a:t>Dataset Description</a:t>
            </a:r>
            <a:endParaRPr lang="en-US" sz="3200" dirty="0">
              <a:solidFill>
                <a:schemeClr val="bg1"/>
              </a:solidFill>
              <a:latin typeface="Times New Roman" panose="02020603050405020304" pitchFamily="18" charset="0"/>
              <a:cs typeface="Times New Roman" panose="02020603050405020304" pitchFamily="18" charset="0"/>
            </a:endParaRPr>
          </a:p>
          <a:p>
            <a:endParaRPr lang="en-IN" sz="3200" dirty="0">
              <a:solidFill>
                <a:schemeClr val="bg1"/>
              </a:solidFill>
            </a:endParaRPr>
          </a:p>
        </p:txBody>
      </p:sp>
      <p:sp>
        <p:nvSpPr>
          <p:cNvPr id="10" name="Content Placeholder 9">
            <a:extLst>
              <a:ext uri="{FF2B5EF4-FFF2-40B4-BE49-F238E27FC236}">
                <a16:creationId xmlns:a16="http://schemas.microsoft.com/office/drawing/2014/main" id="{74AF3EEB-380F-0437-D479-8AE25E4A1399}"/>
              </a:ext>
            </a:extLst>
          </p:cNvPr>
          <p:cNvSpPr>
            <a:spLocks noGrp="1"/>
          </p:cNvSpPr>
          <p:nvPr>
            <p:ph idx="1"/>
          </p:nvPr>
        </p:nvSpPr>
        <p:spPr>
          <a:xfrm>
            <a:off x="454740" y="886968"/>
            <a:ext cx="11282514" cy="5289995"/>
          </a:xfrm>
        </p:spPr>
        <p:txBody>
          <a:bodyPr>
            <a:normAutofit fontScale="92500" lnSpcReduction="20000"/>
          </a:bodyPr>
          <a:lstStyle/>
          <a:p>
            <a:pPr lvl="0"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The CASIA v2.0, </a:t>
            </a:r>
            <a:r>
              <a:rPr lang="en-US" sz="2000" dirty="0" err="1">
                <a:latin typeface="Times New Roman" panose="02020603050405020304" pitchFamily="18" charset="0"/>
                <a:cs typeface="Times New Roman" panose="02020603050405020304" pitchFamily="18" charset="0"/>
              </a:rPr>
              <a:t>CoMoFoD</a:t>
            </a:r>
            <a:r>
              <a:rPr lang="en-US" sz="2000" dirty="0">
                <a:latin typeface="Times New Roman" panose="02020603050405020304" pitchFamily="18" charset="0"/>
                <a:cs typeface="Times New Roman" panose="02020603050405020304" pitchFamily="18" charset="0"/>
              </a:rPr>
              <a:t>, and NC2016 datasets are obtained from Kaggle and are widely used for training and evaluating digital image forgery detection algorithms.</a:t>
            </a:r>
          </a:p>
          <a:p>
            <a:pPr marL="0" lv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These datasets cover major image tampering techniques, including copy-move, splicing, and object removal, making them suitable for general forgery detection tasks.</a:t>
            </a:r>
          </a:p>
          <a:p>
            <a:pPr marL="0" lv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CASIA v2.0 is a large-scale benchmark dataset containing over 12,000 authentic images and 7,000 manipulated images, with realistic forgeries and blurred boundaries.</a:t>
            </a:r>
          </a:p>
          <a:p>
            <a:pPr marL="0" lv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sz="2000" dirty="0" err="1">
                <a:latin typeface="Times New Roman" panose="02020603050405020304" pitchFamily="18" charset="0"/>
                <a:cs typeface="Times New Roman" panose="02020603050405020304" pitchFamily="18" charset="0"/>
              </a:rPr>
              <a:t>CoMoFoD</a:t>
            </a:r>
            <a:r>
              <a:rPr lang="en-US" sz="2000" dirty="0">
                <a:latin typeface="Times New Roman" panose="02020603050405020304" pitchFamily="18" charset="0"/>
                <a:cs typeface="Times New Roman" panose="02020603050405020304" pitchFamily="18" charset="0"/>
              </a:rPr>
              <a:t> is specifically designed for copy-move forgery detection and includes images subjected to post-processing operations such as noise addition and compression.</a:t>
            </a:r>
          </a:p>
          <a:p>
            <a:pPr marL="0" lv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The NC2016 dataset originates from a NIST challenge and contains highly sophisticated and realistic forgeries that are difficult to detect, representing real-world forensic scenarios.</a:t>
            </a:r>
          </a:p>
          <a:p>
            <a:pPr marL="0" lv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Although some datasets provide binary ground-truth masks indicating tampered regions, they are used in this project only for evaluation and validation purposes, not for pixel-level segmentation.</a:t>
            </a:r>
          </a:p>
          <a:p>
            <a:pPr marL="0" lvl="0" indent="0" algn="just"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The datasets include images in various file formats such as JPEG, TIFF, and BMP, and contain diverse visual content including landscapes, indoor scenes, and objects.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E89EF15-8A48-7E02-2CBE-67FEBF98DF02}"/>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55998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48F05A-3D9F-9211-FAA6-E853F1E78A8F}"/>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5B83AF72-2357-E704-DAAC-079FE8A2CECE}"/>
              </a:ext>
            </a:extLst>
          </p:cNvPr>
          <p:cNvSpPr txBox="1">
            <a:spLocks/>
          </p:cNvSpPr>
          <p:nvPr/>
        </p:nvSpPr>
        <p:spPr>
          <a:xfrm>
            <a:off x="283464" y="131159"/>
            <a:ext cx="11453792" cy="726256"/>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1300" algn="l"/>
              </a:tabLst>
            </a:pPr>
            <a:r>
              <a:rPr lang="en-US" sz="3200" b="1" dirty="0">
                <a:solidFill>
                  <a:schemeClr val="bg1"/>
                </a:solidFill>
                <a:latin typeface="Times New Roman"/>
                <a:cs typeface="Times New Roman"/>
              </a:rPr>
              <a:t>Tools</a:t>
            </a:r>
            <a:r>
              <a:rPr lang="en-US" sz="3200" b="1" spc="-90" dirty="0">
                <a:solidFill>
                  <a:schemeClr val="bg1"/>
                </a:solidFill>
                <a:latin typeface="Times New Roman"/>
                <a:cs typeface="Times New Roman"/>
              </a:rPr>
              <a:t> </a:t>
            </a:r>
            <a:r>
              <a:rPr lang="en-US" sz="3200" b="1" spc="-10" dirty="0">
                <a:solidFill>
                  <a:schemeClr val="bg1"/>
                </a:solidFill>
                <a:latin typeface="Times New Roman"/>
                <a:cs typeface="Times New Roman"/>
              </a:rPr>
              <a:t>Required</a:t>
            </a:r>
          </a:p>
        </p:txBody>
      </p:sp>
      <p:sp>
        <p:nvSpPr>
          <p:cNvPr id="8" name="Content Placeholder 7">
            <a:extLst>
              <a:ext uri="{FF2B5EF4-FFF2-40B4-BE49-F238E27FC236}">
                <a16:creationId xmlns:a16="http://schemas.microsoft.com/office/drawing/2014/main" id="{05CDC1D1-3250-77E8-BE76-E21CC5769460}"/>
              </a:ext>
            </a:extLst>
          </p:cNvPr>
          <p:cNvSpPr>
            <a:spLocks noGrp="1"/>
          </p:cNvSpPr>
          <p:nvPr>
            <p:ph idx="1"/>
          </p:nvPr>
        </p:nvSpPr>
        <p:spPr>
          <a:xfrm>
            <a:off x="283464" y="1088136"/>
            <a:ext cx="11453792" cy="5088827"/>
          </a:xfrm>
        </p:spPr>
        <p:txBody>
          <a:bodyPr>
            <a:normAutofit/>
          </a:bodyPr>
          <a:lstStyle/>
          <a:p>
            <a:pPr marL="0" lvl="0" indent="0" algn="just"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Core Logic:</a:t>
            </a:r>
            <a:r>
              <a:rPr lang="en-US" altLang="en-US" sz="2000" dirty="0">
                <a:latin typeface="Times New Roman" panose="02020603050405020304" pitchFamily="18" charset="0"/>
                <a:cs typeface="Times New Roman" panose="02020603050405020304" pitchFamily="18" charset="0"/>
              </a:rPr>
              <a:t> Python 3.x serves as the primary programming language for implementing backend logic and deep learning   algorithms.</a:t>
            </a:r>
          </a:p>
          <a:p>
            <a:pPr marL="0" lvl="0" indent="0" algn="just"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Deep Learning Frameworks:</a:t>
            </a:r>
            <a:r>
              <a:rPr lang="en-US" altLang="en-US" sz="2000" dirty="0">
                <a:latin typeface="Times New Roman" panose="02020603050405020304" pitchFamily="18" charset="0"/>
                <a:cs typeface="Times New Roman" panose="02020603050405020304" pitchFamily="18" charset="0"/>
              </a:rPr>
              <a:t> The project utilizes </a:t>
            </a:r>
            <a:r>
              <a:rPr lang="en-US" altLang="en-US" sz="2000" dirty="0" err="1">
                <a:latin typeface="Times New Roman" panose="02020603050405020304" pitchFamily="18" charset="0"/>
                <a:cs typeface="Times New Roman" panose="02020603050405020304" pitchFamily="18" charset="0"/>
              </a:rPr>
              <a:t>PyTorch</a:t>
            </a:r>
            <a:r>
              <a:rPr lang="en-US" altLang="en-US" sz="2000" dirty="0">
                <a:latin typeface="Times New Roman" panose="02020603050405020304" pitchFamily="18" charset="0"/>
                <a:cs typeface="Times New Roman" panose="02020603050405020304" pitchFamily="18" charset="0"/>
              </a:rPr>
              <a:t> and TensorFlow to develop and train the hybrid </a:t>
            </a:r>
            <a:r>
              <a:rPr lang="en-US" altLang="en-US" sz="2000" dirty="0" err="1">
                <a:latin typeface="Times New Roman" panose="02020603050405020304" pitchFamily="18" charset="0"/>
                <a:cs typeface="Times New Roman" panose="02020603050405020304" pitchFamily="18" charset="0"/>
              </a:rPr>
              <a:t>ResNet</a:t>
            </a:r>
            <a:r>
              <a:rPr lang="en-US" altLang="en-US" sz="2000" b="1" dirty="0">
                <a:latin typeface="Times New Roman" panose="02020603050405020304" pitchFamily="18" charset="0"/>
                <a:cs typeface="Times New Roman" panose="02020603050405020304" pitchFamily="18" charset="0"/>
              </a:rPr>
              <a:t> Siamese U-Net</a:t>
            </a:r>
            <a:r>
              <a:rPr lang="en-US" altLang="en-US" sz="2000" dirty="0">
                <a:latin typeface="Times New Roman" panose="02020603050405020304" pitchFamily="18" charset="0"/>
                <a:cs typeface="Times New Roman" panose="02020603050405020304" pitchFamily="18" charset="0"/>
              </a:rPr>
              <a:t> and custom CNN models.</a:t>
            </a:r>
          </a:p>
          <a:p>
            <a:pPr marL="0" lvl="0" indent="0" algn="just"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Data &amp; Image Processing:</a:t>
            </a:r>
            <a:r>
              <a:rPr lang="en-US" altLang="en-US" sz="2000" dirty="0">
                <a:latin typeface="Times New Roman" panose="02020603050405020304" pitchFamily="18" charset="0"/>
                <a:cs typeface="Times New Roman" panose="02020603050405020304" pitchFamily="18" charset="0"/>
              </a:rPr>
              <a:t> NumPy and Pandas handle data preprocessing, while OpenCV and PIL are used for image loading, resizing, and visualizing tampered regions.</a:t>
            </a:r>
          </a:p>
          <a:p>
            <a:pPr marL="0" lvl="0" indent="0" algn="just"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Web Interface:</a:t>
            </a:r>
            <a:r>
              <a:rPr lang="en-US" altLang="en-US" sz="2000" dirty="0">
                <a:latin typeface="Times New Roman" panose="02020603050405020304" pitchFamily="18" charset="0"/>
                <a:cs typeface="Times New Roman" panose="02020603050405020304" pitchFamily="18" charset="0"/>
              </a:rPr>
              <a:t> The frontend is built with HTML, CSS, and JavaScript, powered by a Flask backend to provide a functional user interface.</a:t>
            </a:r>
          </a:p>
          <a:p>
            <a:pPr marL="0" lvl="0" indent="0" algn="just"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Environment &amp; Data:</a:t>
            </a:r>
            <a:r>
              <a:rPr lang="en-US" altLang="en-US" sz="2000" dirty="0">
                <a:latin typeface="Times New Roman" panose="02020603050405020304" pitchFamily="18" charset="0"/>
                <a:cs typeface="Times New Roman" panose="02020603050405020304" pitchFamily="18" charset="0"/>
              </a:rPr>
              <a:t> Development is conducted in Google </a:t>
            </a:r>
            <a:r>
              <a:rPr lang="en-US" altLang="en-US" sz="2000" dirty="0" err="1">
                <a:latin typeface="Times New Roman" panose="02020603050405020304" pitchFamily="18" charset="0"/>
                <a:cs typeface="Times New Roman" panose="02020603050405020304" pitchFamily="18" charset="0"/>
              </a:rPr>
              <a:t>Colab</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Jupyter</a:t>
            </a:r>
            <a:r>
              <a:rPr lang="en-US" altLang="en-US" sz="2000" dirty="0">
                <a:latin typeface="Times New Roman" panose="02020603050405020304" pitchFamily="18" charset="0"/>
                <a:cs typeface="Times New Roman" panose="02020603050405020304" pitchFamily="18" charset="0"/>
              </a:rPr>
              <a:t>, or PyCharm, using datasets like CASIA v2.0, </a:t>
            </a:r>
            <a:r>
              <a:rPr lang="en-US" altLang="en-US" sz="2000" dirty="0" err="1">
                <a:latin typeface="Times New Roman" panose="02020603050405020304" pitchFamily="18" charset="0"/>
                <a:cs typeface="Times New Roman" panose="02020603050405020304" pitchFamily="18" charset="0"/>
              </a:rPr>
              <a:t>CoMoFoD</a:t>
            </a:r>
            <a:r>
              <a:rPr lang="en-US" altLang="en-US" sz="2000" dirty="0">
                <a:latin typeface="Times New Roman" panose="02020603050405020304" pitchFamily="18" charset="0"/>
                <a:cs typeface="Times New Roman" panose="02020603050405020304" pitchFamily="18" charset="0"/>
              </a:rPr>
              <a:t>, and NC2016 for robustness testing.</a:t>
            </a:r>
          </a:p>
          <a:p>
            <a:pPr marL="0" indent="0" algn="just">
              <a:lnSpc>
                <a:spcPct val="100000"/>
              </a:lnSpc>
              <a:buNone/>
            </a:pPr>
            <a:endParaRPr lang="en-IN" sz="20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0B6D164-9B60-5006-370E-490A57B7FEF2}"/>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19</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773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56FD2AC-9E0C-1B4D-4533-2BD3A37F4F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275" y="1037909"/>
            <a:ext cx="5454864" cy="4041521"/>
          </a:xfrm>
          <a:prstGeom prst="rect">
            <a:avLst/>
          </a:prstGeom>
        </p:spPr>
      </p:pic>
      <p:sp>
        <p:nvSpPr>
          <p:cNvPr id="4" name="Footer Placeholder 3">
            <a:extLst>
              <a:ext uri="{FF2B5EF4-FFF2-40B4-BE49-F238E27FC236}">
                <a16:creationId xmlns:a16="http://schemas.microsoft.com/office/drawing/2014/main" id="{8D210EE0-8BC7-1BEE-68CD-B68C37C2B584}"/>
              </a:ext>
            </a:extLst>
          </p:cNvPr>
          <p:cNvSpPr>
            <a:spLocks noGrp="1"/>
          </p:cNvSpPr>
          <p:nvPr>
            <p:ph type="ftr" sz="quarter" idx="11"/>
          </p:nvPr>
        </p:nvSpPr>
        <p:spPr/>
        <p:txBody>
          <a:bodyPr/>
          <a:lstStyle/>
          <a:p>
            <a:r>
              <a:rPr lang="en-IN" dirty="0"/>
              <a:t>21</a:t>
            </a:r>
          </a:p>
        </p:txBody>
      </p:sp>
      <p:pic>
        <p:nvPicPr>
          <p:cNvPr id="8" name="Picture 7">
            <a:extLst>
              <a:ext uri="{FF2B5EF4-FFF2-40B4-BE49-F238E27FC236}">
                <a16:creationId xmlns:a16="http://schemas.microsoft.com/office/drawing/2014/main" id="{8E8E94CB-C8F4-1D33-F270-ED01EB3FDF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1000649"/>
            <a:ext cx="5555447" cy="4116043"/>
          </a:xfrm>
          <a:prstGeom prst="rect">
            <a:avLst/>
          </a:prstGeom>
        </p:spPr>
      </p:pic>
      <p:sp>
        <p:nvSpPr>
          <p:cNvPr id="9" name="TextBox 8">
            <a:extLst>
              <a:ext uri="{FF2B5EF4-FFF2-40B4-BE49-F238E27FC236}">
                <a16:creationId xmlns:a16="http://schemas.microsoft.com/office/drawing/2014/main" id="{86F9CDE6-14F7-5CEF-4D19-B057EF2B21E2}"/>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5AD8F1B8-F5B4-D024-863C-9CEC8E32048D}"/>
              </a:ext>
            </a:extLst>
          </p:cNvPr>
          <p:cNvSpPr txBox="1"/>
          <p:nvPr/>
        </p:nvSpPr>
        <p:spPr>
          <a:xfrm>
            <a:off x="1276056" y="5116692"/>
            <a:ext cx="452628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Fig: </a:t>
            </a:r>
            <a:r>
              <a:rPr lang="en-IN" dirty="0">
                <a:latin typeface="Times New Roman" panose="02020603050405020304" pitchFamily="18" charset="0"/>
                <a:cs typeface="Times New Roman" panose="02020603050405020304" pitchFamily="18" charset="0"/>
              </a:rPr>
              <a:t>Training and validation loss</a:t>
            </a:r>
          </a:p>
        </p:txBody>
      </p:sp>
      <p:sp>
        <p:nvSpPr>
          <p:cNvPr id="11" name="TextBox 10">
            <a:extLst>
              <a:ext uri="{FF2B5EF4-FFF2-40B4-BE49-F238E27FC236}">
                <a16:creationId xmlns:a16="http://schemas.microsoft.com/office/drawing/2014/main" id="{BF5F544C-2D42-862E-64A7-C9B545E31C10}"/>
              </a:ext>
            </a:extLst>
          </p:cNvPr>
          <p:cNvSpPr txBox="1"/>
          <p:nvPr/>
        </p:nvSpPr>
        <p:spPr>
          <a:xfrm>
            <a:off x="6731436" y="5116692"/>
            <a:ext cx="492001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Fig: </a:t>
            </a:r>
            <a:r>
              <a:rPr lang="en-IN" dirty="0">
                <a:latin typeface="Times New Roman" panose="02020603050405020304" pitchFamily="18" charset="0"/>
                <a:cs typeface="Times New Roman" panose="02020603050405020304" pitchFamily="18" charset="0"/>
              </a:rPr>
              <a:t>Training and Validation Accuracy</a:t>
            </a:r>
          </a:p>
        </p:txBody>
      </p:sp>
      <p:sp>
        <p:nvSpPr>
          <p:cNvPr id="5" name="TextBox 4">
            <a:extLst>
              <a:ext uri="{FF2B5EF4-FFF2-40B4-BE49-F238E27FC236}">
                <a16:creationId xmlns:a16="http://schemas.microsoft.com/office/drawing/2014/main" id="{BB8C405D-9EA7-3675-F136-61915A529D4F}"/>
              </a:ext>
            </a:extLst>
          </p:cNvPr>
          <p:cNvSpPr txBox="1"/>
          <p:nvPr/>
        </p:nvSpPr>
        <p:spPr>
          <a:xfrm>
            <a:off x="3311112" y="725890"/>
            <a:ext cx="4624279"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Training And Validation Graphs of ResNet18</a:t>
            </a:r>
          </a:p>
        </p:txBody>
      </p:sp>
      <p:sp>
        <p:nvSpPr>
          <p:cNvPr id="7" name="Title 1">
            <a:extLst>
              <a:ext uri="{FF2B5EF4-FFF2-40B4-BE49-F238E27FC236}">
                <a16:creationId xmlns:a16="http://schemas.microsoft.com/office/drawing/2014/main" id="{2B8E6D7B-C805-4463-D5C4-B56F4F36A599}"/>
              </a:ext>
            </a:extLst>
          </p:cNvPr>
          <p:cNvSpPr txBox="1">
            <a:spLocks/>
          </p:cNvSpPr>
          <p:nvPr/>
        </p:nvSpPr>
        <p:spPr>
          <a:xfrm>
            <a:off x="631527" y="127550"/>
            <a:ext cx="11282515" cy="600894"/>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solidFill>
                  <a:schemeClr val="bg1"/>
                </a:solidFill>
                <a:latin typeface="Times New Roman" panose="02020603050405020304" pitchFamily="18" charset="0"/>
                <a:cs typeface="Times New Roman" panose="02020603050405020304" pitchFamily="18" charset="0"/>
              </a:rPr>
              <a:t>Quantitative Result Analysis</a:t>
            </a:r>
            <a:endParaRPr lang="en-IN" sz="3200" dirty="0">
              <a:solidFill>
                <a:schemeClr val="bg1"/>
              </a:solidFill>
            </a:endParaRPr>
          </a:p>
        </p:txBody>
      </p:sp>
    </p:spTree>
    <p:extLst>
      <p:ext uri="{BB962C8B-B14F-4D97-AF65-F5344CB8AC3E}">
        <p14:creationId xmlns:p14="http://schemas.microsoft.com/office/powerpoint/2010/main" val="2798115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5386C1C-85F5-3D42-A757-792E4FD0E1B1}"/>
              </a:ext>
            </a:extLst>
          </p:cNvPr>
          <p:cNvSpPr>
            <a:spLocks noGrp="1"/>
          </p:cNvSpPr>
          <p:nvPr>
            <p:ph type="ftr" sz="quarter" idx="11"/>
          </p:nvPr>
        </p:nvSpPr>
        <p:spPr/>
        <p:txBody>
          <a:bodyPr/>
          <a:lstStyle/>
          <a:p>
            <a:r>
              <a:rPr lang="en-IN" dirty="0"/>
              <a:t>20</a:t>
            </a:r>
          </a:p>
        </p:txBody>
      </p:sp>
      <p:graphicFrame>
        <p:nvGraphicFramePr>
          <p:cNvPr id="11" name="Content Placeholder 10">
            <a:extLst>
              <a:ext uri="{FF2B5EF4-FFF2-40B4-BE49-F238E27FC236}">
                <a16:creationId xmlns:a16="http://schemas.microsoft.com/office/drawing/2014/main" id="{6D26827C-4BAE-6620-A537-D9739DE6D09E}"/>
              </a:ext>
            </a:extLst>
          </p:cNvPr>
          <p:cNvGraphicFramePr>
            <a:graphicFrameLocks noGrp="1"/>
          </p:cNvGraphicFramePr>
          <p:nvPr>
            <p:ph idx="1"/>
            <p:extLst>
              <p:ext uri="{D42A27DB-BD31-4B8C-83A1-F6EECF244321}">
                <p14:modId xmlns:p14="http://schemas.microsoft.com/office/powerpoint/2010/main" val="926998115"/>
              </p:ext>
            </p:extLst>
          </p:nvPr>
        </p:nvGraphicFramePr>
        <p:xfrm>
          <a:off x="743711" y="1233695"/>
          <a:ext cx="5067808" cy="2225040"/>
        </p:xfrm>
        <a:graphic>
          <a:graphicData uri="http://schemas.openxmlformats.org/drawingml/2006/table">
            <a:tbl>
              <a:tblPr firstRow="1" bandRow="1"/>
              <a:tblGrid>
                <a:gridCol w="2533904">
                  <a:extLst>
                    <a:ext uri="{9D8B030D-6E8A-4147-A177-3AD203B41FA5}">
                      <a16:colId xmlns:a16="http://schemas.microsoft.com/office/drawing/2014/main" val="1608867297"/>
                    </a:ext>
                  </a:extLst>
                </a:gridCol>
                <a:gridCol w="2533904">
                  <a:extLst>
                    <a:ext uri="{9D8B030D-6E8A-4147-A177-3AD203B41FA5}">
                      <a16:colId xmlns:a16="http://schemas.microsoft.com/office/drawing/2014/main" val="829939620"/>
                    </a:ext>
                  </a:extLst>
                </a:gridCol>
              </a:tblGrid>
              <a:tr h="370840">
                <a:tc>
                  <a:txBody>
                    <a:bodyPr/>
                    <a:lstStyle/>
                    <a:p>
                      <a:r>
                        <a:rPr lang="en-IN" b="1" dirty="0">
                          <a:latin typeface="Times New Roman" panose="02020603050405020304" pitchFamily="18" charset="0"/>
                          <a:cs typeface="Times New Roman" panose="02020603050405020304" pitchFamily="18" charset="0"/>
                        </a:rPr>
                        <a:t>Evaluation</a:t>
                      </a:r>
                    </a:p>
                  </a:txBody>
                  <a:tcPr/>
                </a:tc>
                <a:tc>
                  <a:txBody>
                    <a:bodyPr/>
                    <a:lstStyle/>
                    <a:p>
                      <a:r>
                        <a:rPr lang="en-IN" b="1" dirty="0">
                          <a:latin typeface="Times New Roman" panose="02020603050405020304" pitchFamily="18" charset="0"/>
                          <a:cs typeface="Times New Roman" panose="02020603050405020304" pitchFamily="18" charset="0"/>
                        </a:rPr>
                        <a:t>ResNet 18</a:t>
                      </a:r>
                    </a:p>
                  </a:txBody>
                  <a:tcPr/>
                </a:tc>
                <a:extLst>
                  <a:ext uri="{0D108BD9-81ED-4DB2-BD59-A6C34878D82A}">
                    <a16:rowId xmlns:a16="http://schemas.microsoft.com/office/drawing/2014/main" val="237812948"/>
                  </a:ext>
                </a:extLst>
              </a:tr>
              <a:tr h="370840">
                <a:tc>
                  <a:txBody>
                    <a:bodyPr/>
                    <a:lstStyle/>
                    <a:p>
                      <a:r>
                        <a:rPr lang="en-IN" dirty="0">
                          <a:latin typeface="Times New Roman" panose="02020603050405020304" pitchFamily="18" charset="0"/>
                          <a:cs typeface="Times New Roman" panose="02020603050405020304" pitchFamily="18" charset="0"/>
                        </a:rPr>
                        <a:t>Accuracy</a:t>
                      </a:r>
                    </a:p>
                  </a:txBody>
                  <a:tcPr/>
                </a:tc>
                <a:tc>
                  <a:txBody>
                    <a:bodyPr/>
                    <a:lstStyle/>
                    <a:p>
                      <a:r>
                        <a:rPr lang="en-IN" dirty="0">
                          <a:latin typeface="Times New Roman" panose="02020603050405020304" pitchFamily="18" charset="0"/>
                          <a:cs typeface="Times New Roman" panose="02020603050405020304" pitchFamily="18" charset="0"/>
                        </a:rPr>
                        <a:t>96.9</a:t>
                      </a:r>
                    </a:p>
                  </a:txBody>
                  <a:tcPr/>
                </a:tc>
                <a:extLst>
                  <a:ext uri="{0D108BD9-81ED-4DB2-BD59-A6C34878D82A}">
                    <a16:rowId xmlns:a16="http://schemas.microsoft.com/office/drawing/2014/main" val="4259397608"/>
                  </a:ext>
                </a:extLst>
              </a:tr>
              <a:tr h="370840">
                <a:tc>
                  <a:txBody>
                    <a:bodyPr/>
                    <a:lstStyle/>
                    <a:p>
                      <a:r>
                        <a:rPr lang="en-IN" dirty="0">
                          <a:latin typeface="Times New Roman" panose="02020603050405020304" pitchFamily="18" charset="0"/>
                          <a:cs typeface="Times New Roman" panose="02020603050405020304" pitchFamily="18" charset="0"/>
                        </a:rPr>
                        <a:t>Precision</a:t>
                      </a:r>
                    </a:p>
                  </a:txBody>
                  <a:tcPr/>
                </a:tc>
                <a:tc>
                  <a:txBody>
                    <a:bodyPr/>
                    <a:lstStyle/>
                    <a:p>
                      <a:r>
                        <a:rPr lang="en-IN" dirty="0">
                          <a:latin typeface="Times New Roman" panose="02020603050405020304" pitchFamily="18" charset="0"/>
                          <a:cs typeface="Times New Roman" panose="02020603050405020304" pitchFamily="18" charset="0"/>
                        </a:rPr>
                        <a:t>98.6</a:t>
                      </a:r>
                    </a:p>
                  </a:txBody>
                  <a:tcPr/>
                </a:tc>
                <a:extLst>
                  <a:ext uri="{0D108BD9-81ED-4DB2-BD59-A6C34878D82A}">
                    <a16:rowId xmlns:a16="http://schemas.microsoft.com/office/drawing/2014/main" val="1186630443"/>
                  </a:ext>
                </a:extLst>
              </a:tr>
              <a:tr h="370840">
                <a:tc>
                  <a:txBody>
                    <a:bodyPr/>
                    <a:lstStyle/>
                    <a:p>
                      <a:r>
                        <a:rPr lang="en-IN" dirty="0">
                          <a:latin typeface="Times New Roman" panose="02020603050405020304" pitchFamily="18" charset="0"/>
                          <a:cs typeface="Times New Roman" panose="02020603050405020304" pitchFamily="18" charset="0"/>
                        </a:rPr>
                        <a:t>Recall</a:t>
                      </a:r>
                    </a:p>
                  </a:txBody>
                  <a:tcPr/>
                </a:tc>
                <a:tc>
                  <a:txBody>
                    <a:bodyPr/>
                    <a:lstStyle/>
                    <a:p>
                      <a:r>
                        <a:rPr lang="en-IN" dirty="0">
                          <a:latin typeface="Times New Roman" panose="02020603050405020304" pitchFamily="18" charset="0"/>
                          <a:cs typeface="Times New Roman" panose="02020603050405020304" pitchFamily="18" charset="0"/>
                        </a:rPr>
                        <a:t>98.6</a:t>
                      </a:r>
                    </a:p>
                  </a:txBody>
                  <a:tcPr/>
                </a:tc>
                <a:extLst>
                  <a:ext uri="{0D108BD9-81ED-4DB2-BD59-A6C34878D82A}">
                    <a16:rowId xmlns:a16="http://schemas.microsoft.com/office/drawing/2014/main" val="2131708634"/>
                  </a:ext>
                </a:extLst>
              </a:tr>
              <a:tr h="370840">
                <a:tc>
                  <a:txBody>
                    <a:bodyPr/>
                    <a:lstStyle/>
                    <a:p>
                      <a:r>
                        <a:rPr lang="en-IN" dirty="0">
                          <a:latin typeface="Times New Roman" panose="02020603050405020304" pitchFamily="18" charset="0"/>
                          <a:cs typeface="Times New Roman" panose="02020603050405020304" pitchFamily="18" charset="0"/>
                        </a:rPr>
                        <a:t>Specificity</a:t>
                      </a:r>
                    </a:p>
                  </a:txBody>
                  <a:tcPr/>
                </a:tc>
                <a:tc>
                  <a:txBody>
                    <a:bodyPr/>
                    <a:lstStyle/>
                    <a:p>
                      <a:r>
                        <a:rPr lang="en-IN" dirty="0">
                          <a:latin typeface="Times New Roman" panose="02020603050405020304" pitchFamily="18" charset="0"/>
                          <a:cs typeface="Times New Roman" panose="02020603050405020304" pitchFamily="18" charset="0"/>
                        </a:rPr>
                        <a:t>96.9</a:t>
                      </a:r>
                    </a:p>
                  </a:txBody>
                  <a:tcPr/>
                </a:tc>
                <a:extLst>
                  <a:ext uri="{0D108BD9-81ED-4DB2-BD59-A6C34878D82A}">
                    <a16:rowId xmlns:a16="http://schemas.microsoft.com/office/drawing/2014/main" val="4123379822"/>
                  </a:ext>
                </a:extLst>
              </a:tr>
              <a:tr h="370840">
                <a:tc>
                  <a:txBody>
                    <a:bodyPr/>
                    <a:lstStyle/>
                    <a:p>
                      <a:r>
                        <a:rPr lang="en-IN" dirty="0">
                          <a:latin typeface="Times New Roman" panose="02020603050405020304" pitchFamily="18" charset="0"/>
                          <a:cs typeface="Times New Roman" panose="02020603050405020304" pitchFamily="18" charset="0"/>
                        </a:rPr>
                        <a:t>F1 score</a:t>
                      </a:r>
                    </a:p>
                  </a:txBody>
                  <a:tcPr/>
                </a:tc>
                <a:tc>
                  <a:txBody>
                    <a:bodyPr/>
                    <a:lstStyle/>
                    <a:p>
                      <a:r>
                        <a:rPr lang="en-IN" dirty="0">
                          <a:latin typeface="Times New Roman" panose="02020603050405020304" pitchFamily="18" charset="0"/>
                          <a:cs typeface="Times New Roman" panose="02020603050405020304" pitchFamily="18" charset="0"/>
                        </a:rPr>
                        <a:t>97.8</a:t>
                      </a:r>
                    </a:p>
                  </a:txBody>
                  <a:tcPr/>
                </a:tc>
                <a:extLst>
                  <a:ext uri="{0D108BD9-81ED-4DB2-BD59-A6C34878D82A}">
                    <a16:rowId xmlns:a16="http://schemas.microsoft.com/office/drawing/2014/main" val="3648535097"/>
                  </a:ext>
                </a:extLst>
              </a:tr>
            </a:tbl>
          </a:graphicData>
        </a:graphic>
      </p:graphicFrame>
      <p:sp>
        <p:nvSpPr>
          <p:cNvPr id="12" name="TextBox 11">
            <a:extLst>
              <a:ext uri="{FF2B5EF4-FFF2-40B4-BE49-F238E27FC236}">
                <a16:creationId xmlns:a16="http://schemas.microsoft.com/office/drawing/2014/main" id="{CA8C8C32-6588-A8B7-DAA1-656400F8D85B}"/>
              </a:ext>
            </a:extLst>
          </p:cNvPr>
          <p:cNvSpPr txBox="1"/>
          <p:nvPr/>
        </p:nvSpPr>
        <p:spPr>
          <a:xfrm>
            <a:off x="673608" y="777240"/>
            <a:ext cx="760171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Proposed methodology Analysis</a:t>
            </a:r>
          </a:p>
        </p:txBody>
      </p:sp>
      <p:graphicFrame>
        <p:nvGraphicFramePr>
          <p:cNvPr id="13" name="Table 12">
            <a:extLst>
              <a:ext uri="{FF2B5EF4-FFF2-40B4-BE49-F238E27FC236}">
                <a16:creationId xmlns:a16="http://schemas.microsoft.com/office/drawing/2014/main" id="{596F6968-5829-6CC5-30FC-89AB3DC06766}"/>
              </a:ext>
            </a:extLst>
          </p:cNvPr>
          <p:cNvGraphicFramePr>
            <a:graphicFrameLocks noGrp="1"/>
          </p:cNvGraphicFramePr>
          <p:nvPr/>
        </p:nvGraphicFramePr>
        <p:xfrm>
          <a:off x="783337" y="4033718"/>
          <a:ext cx="5489448" cy="2225040"/>
        </p:xfrm>
        <a:graphic>
          <a:graphicData uri="http://schemas.openxmlformats.org/drawingml/2006/table">
            <a:tbl>
              <a:tblPr firstRow="1" bandRow="1"/>
              <a:tblGrid>
                <a:gridCol w="2744724">
                  <a:extLst>
                    <a:ext uri="{9D8B030D-6E8A-4147-A177-3AD203B41FA5}">
                      <a16:colId xmlns:a16="http://schemas.microsoft.com/office/drawing/2014/main" val="1116936326"/>
                    </a:ext>
                  </a:extLst>
                </a:gridCol>
                <a:gridCol w="2744724">
                  <a:extLst>
                    <a:ext uri="{9D8B030D-6E8A-4147-A177-3AD203B41FA5}">
                      <a16:colId xmlns:a16="http://schemas.microsoft.com/office/drawing/2014/main" val="685558851"/>
                    </a:ext>
                  </a:extLst>
                </a:gridCol>
              </a:tblGrid>
              <a:tr h="370840">
                <a:tc>
                  <a:txBody>
                    <a:bodyPr/>
                    <a:lstStyle/>
                    <a:p>
                      <a:r>
                        <a:rPr lang="en-IN" b="1" dirty="0">
                          <a:latin typeface="Times New Roman" panose="02020603050405020304" pitchFamily="18" charset="0"/>
                          <a:cs typeface="Times New Roman" panose="02020603050405020304" pitchFamily="18" charset="0"/>
                        </a:rPr>
                        <a:t>Evaluation</a:t>
                      </a:r>
                    </a:p>
                  </a:txBody>
                  <a:tcPr/>
                </a:tc>
                <a:tc>
                  <a:txBody>
                    <a:bodyPr/>
                    <a:lstStyle/>
                    <a:p>
                      <a:r>
                        <a:rPr lang="en-IN" b="1" dirty="0">
                          <a:latin typeface="Times New Roman" panose="02020603050405020304" pitchFamily="18" charset="0"/>
                          <a:cs typeface="Times New Roman" panose="02020603050405020304" pitchFamily="18" charset="0"/>
                        </a:rPr>
                        <a:t>Resnet 101</a:t>
                      </a:r>
                    </a:p>
                  </a:txBody>
                  <a:tcPr/>
                </a:tc>
                <a:extLst>
                  <a:ext uri="{0D108BD9-81ED-4DB2-BD59-A6C34878D82A}">
                    <a16:rowId xmlns:a16="http://schemas.microsoft.com/office/drawing/2014/main" val="3361525862"/>
                  </a:ext>
                </a:extLst>
              </a:tr>
              <a:tr h="370840">
                <a:tc>
                  <a:txBody>
                    <a:bodyPr/>
                    <a:lstStyle/>
                    <a:p>
                      <a:r>
                        <a:rPr lang="en-IN" dirty="0">
                          <a:latin typeface="Times New Roman" panose="02020603050405020304" pitchFamily="18" charset="0"/>
                          <a:cs typeface="Times New Roman" panose="02020603050405020304" pitchFamily="18" charset="0"/>
                        </a:rPr>
                        <a:t>Accuracy</a:t>
                      </a:r>
                    </a:p>
                  </a:txBody>
                  <a:tcPr/>
                </a:tc>
                <a:tc>
                  <a:txBody>
                    <a:bodyPr/>
                    <a:lstStyle/>
                    <a:p>
                      <a:r>
                        <a:rPr lang="en-IN" dirty="0"/>
                        <a:t>93.46</a:t>
                      </a:r>
                    </a:p>
                  </a:txBody>
                  <a:tcPr/>
                </a:tc>
                <a:extLst>
                  <a:ext uri="{0D108BD9-81ED-4DB2-BD59-A6C34878D82A}">
                    <a16:rowId xmlns:a16="http://schemas.microsoft.com/office/drawing/2014/main" val="3374267251"/>
                  </a:ext>
                </a:extLst>
              </a:tr>
              <a:tr h="370840">
                <a:tc>
                  <a:txBody>
                    <a:bodyPr/>
                    <a:lstStyle/>
                    <a:p>
                      <a:r>
                        <a:rPr lang="en-IN" dirty="0">
                          <a:latin typeface="Times New Roman" panose="02020603050405020304" pitchFamily="18" charset="0"/>
                          <a:cs typeface="Times New Roman" panose="02020603050405020304" pitchFamily="18" charset="0"/>
                        </a:rPr>
                        <a:t>Precision</a:t>
                      </a:r>
                    </a:p>
                  </a:txBody>
                  <a:tcPr/>
                </a:tc>
                <a:tc>
                  <a:txBody>
                    <a:bodyPr/>
                    <a:lstStyle/>
                    <a:p>
                      <a:r>
                        <a:rPr lang="en-IN" dirty="0"/>
                        <a:t>95.08</a:t>
                      </a:r>
                    </a:p>
                  </a:txBody>
                  <a:tcPr/>
                </a:tc>
                <a:extLst>
                  <a:ext uri="{0D108BD9-81ED-4DB2-BD59-A6C34878D82A}">
                    <a16:rowId xmlns:a16="http://schemas.microsoft.com/office/drawing/2014/main" val="3003263104"/>
                  </a:ext>
                </a:extLst>
              </a:tr>
              <a:tr h="370840">
                <a:tc>
                  <a:txBody>
                    <a:bodyPr/>
                    <a:lstStyle/>
                    <a:p>
                      <a:r>
                        <a:rPr lang="en-IN" dirty="0">
                          <a:latin typeface="Times New Roman" panose="02020603050405020304" pitchFamily="18" charset="0"/>
                          <a:cs typeface="Times New Roman" panose="02020603050405020304" pitchFamily="18" charset="0"/>
                        </a:rPr>
                        <a:t>Recall</a:t>
                      </a:r>
                    </a:p>
                  </a:txBody>
                  <a:tcPr/>
                </a:tc>
                <a:tc>
                  <a:txBody>
                    <a:bodyPr/>
                    <a:lstStyle/>
                    <a:p>
                      <a:r>
                        <a:rPr lang="en-IN" dirty="0"/>
                        <a:t>92.10</a:t>
                      </a:r>
                    </a:p>
                  </a:txBody>
                  <a:tcPr/>
                </a:tc>
                <a:extLst>
                  <a:ext uri="{0D108BD9-81ED-4DB2-BD59-A6C34878D82A}">
                    <a16:rowId xmlns:a16="http://schemas.microsoft.com/office/drawing/2014/main" val="2601069260"/>
                  </a:ext>
                </a:extLst>
              </a:tr>
              <a:tr h="370840">
                <a:tc>
                  <a:txBody>
                    <a:bodyPr/>
                    <a:lstStyle/>
                    <a:p>
                      <a:r>
                        <a:rPr lang="en-IN" dirty="0">
                          <a:latin typeface="Times New Roman" panose="02020603050405020304" pitchFamily="18" charset="0"/>
                          <a:cs typeface="Times New Roman" panose="02020603050405020304" pitchFamily="18" charset="0"/>
                        </a:rPr>
                        <a:t>Specificity</a:t>
                      </a:r>
                    </a:p>
                  </a:txBody>
                  <a:tcPr/>
                </a:tc>
                <a:tc>
                  <a:txBody>
                    <a:bodyPr/>
                    <a:lstStyle/>
                    <a:p>
                      <a:r>
                        <a:rPr lang="en-IN" dirty="0"/>
                        <a:t>94.91</a:t>
                      </a:r>
                    </a:p>
                  </a:txBody>
                  <a:tcPr/>
                </a:tc>
                <a:extLst>
                  <a:ext uri="{0D108BD9-81ED-4DB2-BD59-A6C34878D82A}">
                    <a16:rowId xmlns:a16="http://schemas.microsoft.com/office/drawing/2014/main" val="3769687119"/>
                  </a:ext>
                </a:extLst>
              </a:tr>
              <a:tr h="370840">
                <a:tc>
                  <a:txBody>
                    <a:bodyPr/>
                    <a:lstStyle/>
                    <a:p>
                      <a:r>
                        <a:rPr lang="en-IN" dirty="0">
                          <a:latin typeface="Times New Roman" panose="02020603050405020304" pitchFamily="18" charset="0"/>
                          <a:cs typeface="Times New Roman" panose="02020603050405020304" pitchFamily="18" charset="0"/>
                        </a:rPr>
                        <a:t>F1 score</a:t>
                      </a:r>
                    </a:p>
                  </a:txBody>
                  <a:tcPr/>
                </a:tc>
                <a:tc>
                  <a:txBody>
                    <a:bodyPr/>
                    <a:lstStyle/>
                    <a:p>
                      <a:r>
                        <a:rPr lang="en-IN" dirty="0"/>
                        <a:t>93.57</a:t>
                      </a:r>
                    </a:p>
                  </a:txBody>
                  <a:tcPr/>
                </a:tc>
                <a:extLst>
                  <a:ext uri="{0D108BD9-81ED-4DB2-BD59-A6C34878D82A}">
                    <a16:rowId xmlns:a16="http://schemas.microsoft.com/office/drawing/2014/main" val="833926538"/>
                  </a:ext>
                </a:extLst>
              </a:tr>
            </a:tbl>
          </a:graphicData>
        </a:graphic>
      </p:graphicFrame>
      <p:sp>
        <p:nvSpPr>
          <p:cNvPr id="14" name="TextBox 13">
            <a:extLst>
              <a:ext uri="{FF2B5EF4-FFF2-40B4-BE49-F238E27FC236}">
                <a16:creationId xmlns:a16="http://schemas.microsoft.com/office/drawing/2014/main" id="{FBA2C745-9716-1698-AD75-ED691E897478}"/>
              </a:ext>
            </a:extLst>
          </p:cNvPr>
          <p:cNvSpPr txBox="1"/>
          <p:nvPr/>
        </p:nvSpPr>
        <p:spPr>
          <a:xfrm>
            <a:off x="783336" y="3664386"/>
            <a:ext cx="3761231"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Existing Methodology Analysis</a:t>
            </a:r>
          </a:p>
        </p:txBody>
      </p:sp>
      <p:sp>
        <p:nvSpPr>
          <p:cNvPr id="15" name="TextBox 14">
            <a:extLst>
              <a:ext uri="{FF2B5EF4-FFF2-40B4-BE49-F238E27FC236}">
                <a16:creationId xmlns:a16="http://schemas.microsoft.com/office/drawing/2014/main" id="{DD99B0D3-DA64-5D95-4367-141574C5B714}"/>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9" name="Title 1">
            <a:extLst>
              <a:ext uri="{FF2B5EF4-FFF2-40B4-BE49-F238E27FC236}">
                <a16:creationId xmlns:a16="http://schemas.microsoft.com/office/drawing/2014/main" id="{E98BD0B6-0078-9C8A-058A-2972DF830EA7}"/>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Tree>
    <p:extLst>
      <p:ext uri="{BB962C8B-B14F-4D97-AF65-F5344CB8AC3E}">
        <p14:creationId xmlns:p14="http://schemas.microsoft.com/office/powerpoint/2010/main" val="2431629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36697EF-59DB-D08D-CF04-BF40A37C9903}"/>
              </a:ext>
            </a:extLst>
          </p:cNvPr>
          <p:cNvSpPr>
            <a:spLocks noGrp="1"/>
          </p:cNvSpPr>
          <p:nvPr>
            <p:ph type="ftr" sz="quarter" idx="11"/>
          </p:nvPr>
        </p:nvSpPr>
        <p:spPr/>
        <p:txBody>
          <a:bodyPr/>
          <a:lstStyle/>
          <a:p>
            <a:r>
              <a:rPr lang="en-IN" dirty="0"/>
              <a:t>22</a:t>
            </a:r>
          </a:p>
        </p:txBody>
      </p:sp>
      <p:sp>
        <p:nvSpPr>
          <p:cNvPr id="5" name="Title 1">
            <a:extLst>
              <a:ext uri="{FF2B5EF4-FFF2-40B4-BE49-F238E27FC236}">
                <a16:creationId xmlns:a16="http://schemas.microsoft.com/office/drawing/2014/main" id="{FEEF5A3C-333F-24F2-2D48-DA2A7204F69E}"/>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71C092E1-C8BC-8031-4942-4AA1620625DC}"/>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pic>
        <p:nvPicPr>
          <p:cNvPr id="7" name="Content Placeholder 6">
            <a:extLst>
              <a:ext uri="{FF2B5EF4-FFF2-40B4-BE49-F238E27FC236}">
                <a16:creationId xmlns:a16="http://schemas.microsoft.com/office/drawing/2014/main" id="{A4904259-31AF-3F23-D79A-77EFE9632EC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4740" y="839724"/>
            <a:ext cx="5049317" cy="4207764"/>
          </a:xfrm>
          <a:prstGeom prst="rect">
            <a:avLst/>
          </a:prstGeom>
          <a:noFill/>
          <a:ln>
            <a:noFill/>
          </a:ln>
        </p:spPr>
      </p:pic>
      <p:sp>
        <p:nvSpPr>
          <p:cNvPr id="9" name="TextBox 8">
            <a:extLst>
              <a:ext uri="{FF2B5EF4-FFF2-40B4-BE49-F238E27FC236}">
                <a16:creationId xmlns:a16="http://schemas.microsoft.com/office/drawing/2014/main" id="{B6E70648-584A-A8C8-DB5F-51D4E71B3CC9}"/>
              </a:ext>
            </a:extLst>
          </p:cNvPr>
          <p:cNvSpPr txBox="1"/>
          <p:nvPr/>
        </p:nvSpPr>
        <p:spPr>
          <a:xfrm>
            <a:off x="957834" y="4935559"/>
            <a:ext cx="6304788"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Fig </a:t>
            </a:r>
            <a:r>
              <a:rPr lang="en-US" sz="1800" dirty="0">
                <a:effectLst/>
                <a:latin typeface="Times New Roman" panose="02020603050405020304" pitchFamily="18" charset="0"/>
                <a:ea typeface="Times New Roman" panose="02020603050405020304" pitchFamily="18" charset="0"/>
              </a:rPr>
              <a: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Confusion</a:t>
            </a:r>
            <a:r>
              <a:rPr lang="en-US" sz="1800" spc="-20"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Matrix of ResNet18</a:t>
            </a:r>
            <a:endParaRPr lang="en-IN" dirty="0"/>
          </a:p>
        </p:txBody>
      </p:sp>
      <p:sp>
        <p:nvSpPr>
          <p:cNvPr id="11" name="TextBox 10">
            <a:extLst>
              <a:ext uri="{FF2B5EF4-FFF2-40B4-BE49-F238E27FC236}">
                <a16:creationId xmlns:a16="http://schemas.microsoft.com/office/drawing/2014/main" id="{425FDFD7-2B20-54C2-F3E7-F4124B846668}"/>
              </a:ext>
            </a:extLst>
          </p:cNvPr>
          <p:cNvSpPr txBox="1"/>
          <p:nvPr/>
        </p:nvSpPr>
        <p:spPr>
          <a:xfrm>
            <a:off x="5887212" y="928070"/>
            <a:ext cx="6304788" cy="4416594"/>
          </a:xfrm>
          <a:prstGeom prst="rect">
            <a:avLst/>
          </a:prstGeom>
          <a:noFill/>
        </p:spPr>
        <p:txBody>
          <a:bodyPr wrap="square">
            <a:spAutoFit/>
          </a:bodyPr>
          <a:lstStyle/>
          <a:p>
            <a:pPr algn="just">
              <a:lnSpc>
                <a:spcPct val="150000"/>
              </a:lnSpc>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Formula:</a:t>
            </a:r>
            <a:endParaRPr lang="en-IN" b="1" dirty="0">
              <a:latin typeface="Times New Roman" panose="02020603050405020304" pitchFamily="18" charset="0"/>
              <a:ea typeface="Times New Roman" panose="02020603050405020304" pitchFamily="18" charset="0"/>
            </a:endParaRPr>
          </a:p>
          <a:p>
            <a:pPr algn="just">
              <a:lnSpc>
                <a:spcPct val="150000"/>
              </a:lnSpc>
              <a:buNone/>
            </a:pPr>
            <a:r>
              <a:rPr lang="en-US" sz="1600" dirty="0">
                <a:effectLst/>
                <a:latin typeface="Times New Roman" panose="02020603050405020304" pitchFamily="18" charset="0"/>
                <a:ea typeface="Times New Roman" panose="02020603050405020304" pitchFamily="18" charset="0"/>
              </a:rPr>
              <a:t>Accuracy = (TP + TN) / (TP + TN + FP + FN)</a:t>
            </a:r>
            <a:endParaRPr lang="en-IN" sz="1600" dirty="0">
              <a:effectLst/>
              <a:latin typeface="Times New Roman" panose="02020603050405020304" pitchFamily="18" charset="0"/>
              <a:ea typeface="Times New Roman" panose="02020603050405020304" pitchFamily="18" charset="0"/>
            </a:endParaRPr>
          </a:p>
          <a:p>
            <a:pPr marL="539750">
              <a:buNone/>
            </a:pPr>
            <a:r>
              <a:rPr lang="en-US" sz="1600" dirty="0">
                <a:effectLst/>
                <a:latin typeface="Times New Roman" panose="02020603050405020304" pitchFamily="18" charset="0"/>
                <a:ea typeface="Times New Roman" panose="02020603050405020304" pitchFamily="18" charset="0"/>
              </a:rPr>
              <a:t>      = (1207 + 1180) / (1207 + 1180 + 17 + 10)</a:t>
            </a:r>
            <a:br>
              <a:rPr lang="en-US" sz="1600" dirty="0">
                <a:effectLst/>
                <a:latin typeface="Times New Roman" panose="02020603050405020304" pitchFamily="18" charset="0"/>
                <a:ea typeface="Times New Roman" panose="02020603050405020304" pitchFamily="18" charset="0"/>
              </a:rPr>
            </a:br>
            <a:r>
              <a:rPr lang="en-US" sz="1600" dirty="0">
                <a:effectLst/>
                <a:latin typeface="Times New Roman" panose="02020603050405020304" pitchFamily="18" charset="0"/>
                <a:ea typeface="Times New Roman" panose="02020603050405020304" pitchFamily="18" charset="0"/>
              </a:rPr>
              <a:t>      = 2387 / 2414</a:t>
            </a:r>
            <a:br>
              <a:rPr lang="en-US" sz="1600" dirty="0">
                <a:effectLst/>
                <a:latin typeface="Times New Roman" panose="02020603050405020304" pitchFamily="18" charset="0"/>
                <a:ea typeface="Times New Roman" panose="02020603050405020304" pitchFamily="18" charset="0"/>
              </a:rPr>
            </a:br>
            <a:r>
              <a:rPr lang="en-US" sz="1600" dirty="0">
                <a:effectLst/>
                <a:latin typeface="Times New Roman" panose="02020603050405020304" pitchFamily="18" charset="0"/>
                <a:ea typeface="Times New Roman" panose="02020603050405020304" pitchFamily="18" charset="0"/>
              </a:rPr>
              <a:t>      ≈ 96.88%</a:t>
            </a:r>
          </a:p>
          <a:p>
            <a:r>
              <a:rPr lang="en-IN" sz="1600" dirty="0">
                <a:latin typeface="Times New Roman" panose="02020603050405020304" pitchFamily="18" charset="0"/>
                <a:cs typeface="Times New Roman" panose="02020603050405020304" pitchFamily="18" charset="0"/>
              </a:rPr>
              <a:t>Precision = TP / (TP + FP)</a:t>
            </a:r>
          </a:p>
          <a:p>
            <a:r>
              <a:rPr lang="en-IN" sz="1600" dirty="0">
                <a:latin typeface="Times New Roman" panose="02020603050405020304" pitchFamily="18" charset="0"/>
                <a:cs typeface="Times New Roman" panose="02020603050405020304" pitchFamily="18" charset="0"/>
              </a:rPr>
              <a:t>                = 1207 / (1207 + 17)</a:t>
            </a:r>
          </a:p>
          <a:p>
            <a:r>
              <a:rPr lang="en-IN" sz="1600" dirty="0">
                <a:latin typeface="Times New Roman" panose="02020603050405020304" pitchFamily="18" charset="0"/>
                <a:cs typeface="Times New Roman" panose="02020603050405020304" pitchFamily="18" charset="0"/>
              </a:rPr>
              <a:t>                ≈ 98.61%</a:t>
            </a:r>
          </a:p>
          <a:p>
            <a:r>
              <a:rPr lang="en-IN" sz="1600" dirty="0">
                <a:latin typeface="Times New Roman" panose="02020603050405020304" pitchFamily="18" charset="0"/>
                <a:cs typeface="Times New Roman" panose="02020603050405020304" pitchFamily="18" charset="0"/>
              </a:rPr>
              <a:t>Recall      = TP / (TP + FN)</a:t>
            </a:r>
          </a:p>
          <a:p>
            <a:r>
              <a:rPr lang="en-IN" sz="1600" dirty="0">
                <a:latin typeface="Times New Roman" panose="02020603050405020304" pitchFamily="18" charset="0"/>
                <a:cs typeface="Times New Roman" panose="02020603050405020304" pitchFamily="18" charset="0"/>
              </a:rPr>
              <a:t>                 = 1207 / (1207 + 10)</a:t>
            </a:r>
          </a:p>
          <a:p>
            <a:r>
              <a:rPr lang="en-IN" sz="1600" dirty="0">
                <a:latin typeface="Times New Roman" panose="02020603050405020304" pitchFamily="18" charset="0"/>
                <a:cs typeface="Times New Roman" panose="02020603050405020304" pitchFamily="18" charset="0"/>
              </a:rPr>
              <a:t>                 ≈ 98.18%</a:t>
            </a:r>
          </a:p>
          <a:p>
            <a:r>
              <a:rPr lang="en-IN" sz="1600" dirty="0">
                <a:latin typeface="Times New Roman" panose="02020603050405020304" pitchFamily="18" charset="0"/>
                <a:cs typeface="Times New Roman" panose="02020603050405020304" pitchFamily="18" charset="0"/>
              </a:rPr>
              <a:t>F1 Score   = 2 × (Precision × Recall) / (Precision + Recall)</a:t>
            </a:r>
          </a:p>
          <a:p>
            <a:r>
              <a:rPr lang="en-IN" sz="1600" dirty="0">
                <a:latin typeface="Times New Roman" panose="02020603050405020304" pitchFamily="18" charset="0"/>
                <a:cs typeface="Times New Roman" panose="02020603050405020304" pitchFamily="18" charset="0"/>
              </a:rPr>
              <a:t>                  ≈ 97.89%</a:t>
            </a:r>
          </a:p>
          <a:p>
            <a:endParaRPr lang="en-IN" sz="1600" dirty="0">
              <a:latin typeface="Times New Roman" panose="02020603050405020304" pitchFamily="18" charset="0"/>
              <a:cs typeface="Times New Roman" panose="02020603050405020304" pitchFamily="18" charset="0"/>
            </a:endParaRPr>
          </a:p>
          <a:p>
            <a:pPr marL="539750">
              <a:buNone/>
            </a:pPr>
            <a:endParaRPr lang="en-US" sz="1600" dirty="0">
              <a:effectLst/>
              <a:latin typeface="Times New Roman" panose="02020603050405020304" pitchFamily="18" charset="0"/>
              <a:ea typeface="Times New Roman" panose="02020603050405020304" pitchFamily="18" charset="0"/>
            </a:endParaRPr>
          </a:p>
          <a:p>
            <a:pPr marL="539750">
              <a:buNone/>
            </a:pPr>
            <a:endParaRPr lang="en-IN" dirty="0"/>
          </a:p>
        </p:txBody>
      </p:sp>
    </p:spTree>
    <p:extLst>
      <p:ext uri="{BB962C8B-B14F-4D97-AF65-F5344CB8AC3E}">
        <p14:creationId xmlns:p14="http://schemas.microsoft.com/office/powerpoint/2010/main" val="352859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F835DC8-1E45-D901-0B4E-815EC3EA9A81}"/>
              </a:ext>
            </a:extLst>
          </p:cNvPr>
          <p:cNvSpPr>
            <a:spLocks noGrp="1"/>
          </p:cNvSpPr>
          <p:nvPr>
            <p:ph type="ftr" sz="quarter" idx="11"/>
          </p:nvPr>
        </p:nvSpPr>
        <p:spPr/>
        <p:txBody>
          <a:bodyPr/>
          <a:lstStyle/>
          <a:p>
            <a:r>
              <a:rPr lang="en-IN" dirty="0"/>
              <a:t>23</a:t>
            </a:r>
          </a:p>
        </p:txBody>
      </p:sp>
      <p:sp>
        <p:nvSpPr>
          <p:cNvPr id="5" name="Title 1">
            <a:extLst>
              <a:ext uri="{FF2B5EF4-FFF2-40B4-BE49-F238E27FC236}">
                <a16:creationId xmlns:a16="http://schemas.microsoft.com/office/drawing/2014/main" id="{861D63B7-D7BB-C74E-2E9C-DD55202E87BD}"/>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8EEE6D3E-7345-07CC-3B4B-C24DA440F33B}"/>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graphicFrame>
        <p:nvGraphicFramePr>
          <p:cNvPr id="7" name="Table 6">
            <a:extLst>
              <a:ext uri="{FF2B5EF4-FFF2-40B4-BE49-F238E27FC236}">
                <a16:creationId xmlns:a16="http://schemas.microsoft.com/office/drawing/2014/main" id="{0072D5E0-C80C-8B5F-98B3-E2BA5D7C710C}"/>
              </a:ext>
            </a:extLst>
          </p:cNvPr>
          <p:cNvGraphicFramePr>
            <a:graphicFrameLocks noGrp="1"/>
          </p:cNvGraphicFramePr>
          <p:nvPr>
            <p:extLst>
              <p:ext uri="{D42A27DB-BD31-4B8C-83A1-F6EECF244321}">
                <p14:modId xmlns:p14="http://schemas.microsoft.com/office/powerpoint/2010/main" val="1163132916"/>
              </p:ext>
            </p:extLst>
          </p:nvPr>
        </p:nvGraphicFramePr>
        <p:xfrm>
          <a:off x="454740" y="719666"/>
          <a:ext cx="11282514" cy="5661660"/>
        </p:xfrm>
        <a:graphic>
          <a:graphicData uri="http://schemas.openxmlformats.org/drawingml/2006/table">
            <a:tbl>
              <a:tblPr firstRow="1" bandRow="1"/>
              <a:tblGrid>
                <a:gridCol w="3760838">
                  <a:extLst>
                    <a:ext uri="{9D8B030D-6E8A-4147-A177-3AD203B41FA5}">
                      <a16:colId xmlns:a16="http://schemas.microsoft.com/office/drawing/2014/main" val="2043454249"/>
                    </a:ext>
                  </a:extLst>
                </a:gridCol>
                <a:gridCol w="3760838">
                  <a:extLst>
                    <a:ext uri="{9D8B030D-6E8A-4147-A177-3AD203B41FA5}">
                      <a16:colId xmlns:a16="http://schemas.microsoft.com/office/drawing/2014/main" val="3152468747"/>
                    </a:ext>
                  </a:extLst>
                </a:gridCol>
                <a:gridCol w="3760838">
                  <a:extLst>
                    <a:ext uri="{9D8B030D-6E8A-4147-A177-3AD203B41FA5}">
                      <a16:colId xmlns:a16="http://schemas.microsoft.com/office/drawing/2014/main" val="612313558"/>
                    </a:ext>
                  </a:extLst>
                </a:gridCol>
              </a:tblGrid>
              <a:tr h="345257">
                <a:tc>
                  <a:txBody>
                    <a:bodyPr/>
                    <a:lstStyle/>
                    <a:p>
                      <a:r>
                        <a:rPr lang="en-IN" b="1" dirty="0">
                          <a:latin typeface="Times New Roman" panose="02020603050405020304" pitchFamily="18" charset="0"/>
                          <a:cs typeface="Times New Roman" panose="02020603050405020304" pitchFamily="18" charset="0"/>
                        </a:rPr>
                        <a:t>Features </a:t>
                      </a:r>
                    </a:p>
                  </a:txBody>
                  <a:tcPr/>
                </a:tc>
                <a:tc>
                  <a:txBody>
                    <a:bodyPr/>
                    <a:lstStyle/>
                    <a:p>
                      <a:r>
                        <a:rPr lang="en-IN" b="1" dirty="0">
                          <a:latin typeface="Times New Roman" panose="02020603050405020304" pitchFamily="18" charset="0"/>
                          <a:cs typeface="Times New Roman" panose="02020603050405020304" pitchFamily="18" charset="0"/>
                        </a:rPr>
                        <a:t>Existing Methodology</a:t>
                      </a:r>
                    </a:p>
                  </a:txBody>
                  <a:tcPr/>
                </a:tc>
                <a:tc>
                  <a:txBody>
                    <a:bodyPr/>
                    <a:lstStyle/>
                    <a:p>
                      <a:r>
                        <a:rPr lang="en-IN" b="1" dirty="0" err="1">
                          <a:latin typeface="Times New Roman" panose="02020603050405020304" pitchFamily="18" charset="0"/>
                          <a:cs typeface="Times New Roman" panose="02020603050405020304" pitchFamily="18" charset="0"/>
                        </a:rPr>
                        <a:t>Praposed</a:t>
                      </a:r>
                      <a:r>
                        <a:rPr lang="en-IN" b="1" dirty="0">
                          <a:latin typeface="Times New Roman" panose="02020603050405020304" pitchFamily="18" charset="0"/>
                          <a:cs typeface="Times New Roman" panose="02020603050405020304" pitchFamily="18" charset="0"/>
                        </a:rPr>
                        <a:t> Methodology</a:t>
                      </a:r>
                    </a:p>
                  </a:txBody>
                  <a:tcPr/>
                </a:tc>
                <a:extLst>
                  <a:ext uri="{0D108BD9-81ED-4DB2-BD59-A6C34878D82A}">
                    <a16:rowId xmlns:a16="http://schemas.microsoft.com/office/drawing/2014/main" val="2831185020"/>
                  </a:ext>
                </a:extLst>
              </a:tr>
              <a:tr h="863144">
                <a:tc>
                  <a:txBody>
                    <a:bodyPr/>
                    <a:lstStyle/>
                    <a:p>
                      <a:pPr>
                        <a:lnSpc>
                          <a:spcPts val="1875"/>
                        </a:lnSpc>
                        <a:buNone/>
                      </a:pPr>
                      <a:r>
                        <a:rPr lang="en-IN" dirty="0">
                          <a:effectLst/>
                          <a:latin typeface="Times New Roman" panose="02020603050405020304" pitchFamily="18" charset="0"/>
                          <a:cs typeface="Times New Roman" panose="02020603050405020304" pitchFamily="18" charset="0"/>
                        </a:rPr>
                        <a:t>Methodology</a:t>
                      </a:r>
                      <a:endParaRPr lang="en-IN" b="0" dirty="0">
                        <a:effectLst/>
                        <a:latin typeface="Times New Roman" panose="02020603050405020304" pitchFamily="18" charset="0"/>
                        <a:cs typeface="Times New Roman" panose="02020603050405020304" pitchFamily="18" charset="0"/>
                      </a:endParaRPr>
                    </a:p>
                  </a:txBody>
                  <a:tcPr marR="152400" marT="95250" marB="95250" anchor="ctr"/>
                </a:tc>
                <a:tc>
                  <a:txBody>
                    <a:bodyPr/>
                    <a:lstStyle/>
                    <a:p>
                      <a:pPr>
                        <a:lnSpc>
                          <a:spcPts val="1875"/>
                        </a:lnSpc>
                        <a:buNone/>
                      </a:pPr>
                      <a:r>
                        <a:rPr lang="en-US">
                          <a:effectLst/>
                          <a:latin typeface="Times New Roman" panose="02020603050405020304" pitchFamily="18" charset="0"/>
                          <a:cs typeface="Times New Roman" panose="02020603050405020304" pitchFamily="18" charset="0"/>
                        </a:rPr>
                        <a:t>Uses only deep learning (CNN) classification on a balanced dataset.</a:t>
                      </a:r>
                      <a:endParaRPr lang="en-US" b="0">
                        <a:effectLst/>
                        <a:latin typeface="Times New Roman" panose="02020603050405020304" pitchFamily="18" charset="0"/>
                        <a:cs typeface="Times New Roman" panose="02020603050405020304" pitchFamily="18" charset="0"/>
                      </a:endParaRPr>
                    </a:p>
                  </a:txBody>
                  <a:tcPr marL="152400" marR="152400" marT="95250" marB="95250" anchor="ctr"/>
                </a:tc>
                <a:tc>
                  <a:txBody>
                    <a:bodyPr/>
                    <a:lstStyle/>
                    <a:p>
                      <a:pPr algn="l">
                        <a:lnSpc>
                          <a:spcPts val="1875"/>
                        </a:lnSpc>
                        <a:buNone/>
                      </a:pPr>
                      <a:r>
                        <a:rPr lang="en-US" dirty="0">
                          <a:effectLst/>
                          <a:latin typeface="Times New Roman" panose="02020603050405020304" pitchFamily="18" charset="0"/>
                          <a:cs typeface="Times New Roman" panose="02020603050405020304" pitchFamily="18" charset="0"/>
                        </a:rPr>
                        <a:t>Uses a hybrid approach: Deep Learning (</a:t>
                      </a:r>
                      <a:r>
                        <a:rPr lang="en-US" dirty="0" err="1">
                          <a:effectLst/>
                          <a:latin typeface="Times New Roman" panose="02020603050405020304" pitchFamily="18" charset="0"/>
                          <a:cs typeface="Times New Roman" panose="02020603050405020304" pitchFamily="18" charset="0"/>
                        </a:rPr>
                        <a:t>ResNet</a:t>
                      </a:r>
                      <a:r>
                        <a:rPr lang="en-US" dirty="0">
                          <a:effectLst/>
                          <a:latin typeface="Times New Roman" panose="02020603050405020304" pitchFamily="18" charset="0"/>
                          <a:cs typeface="Times New Roman" panose="02020603050405020304" pitchFamily="18" charset="0"/>
                        </a:rPr>
                        <a:t>) + Heuristic Forensic Analysis </a:t>
                      </a:r>
                      <a:endParaRPr lang="en-US" b="0" dirty="0">
                        <a:effectLst/>
                        <a:latin typeface="Times New Roman" panose="02020603050405020304" pitchFamily="18" charset="0"/>
                        <a:cs typeface="Times New Roman" panose="02020603050405020304" pitchFamily="18" charset="0"/>
                      </a:endParaRPr>
                    </a:p>
                  </a:txBody>
                  <a:tcPr marL="152400" marT="95250" marB="95250" anchor="ctr"/>
                </a:tc>
                <a:extLst>
                  <a:ext uri="{0D108BD9-81ED-4DB2-BD59-A6C34878D82A}">
                    <a16:rowId xmlns:a16="http://schemas.microsoft.com/office/drawing/2014/main" val="3233866957"/>
                  </a:ext>
                </a:extLst>
              </a:tr>
              <a:tr h="635370">
                <a:tc>
                  <a:txBody>
                    <a:bodyPr/>
                    <a:lstStyle/>
                    <a:p>
                      <a:pPr>
                        <a:lnSpc>
                          <a:spcPts val="1875"/>
                        </a:lnSpc>
                        <a:buNone/>
                      </a:pPr>
                      <a:r>
                        <a:rPr lang="en-IN" dirty="0">
                          <a:effectLst/>
                          <a:latin typeface="Times New Roman" panose="02020603050405020304" pitchFamily="18" charset="0"/>
                          <a:cs typeface="Times New Roman" panose="02020603050405020304" pitchFamily="18" charset="0"/>
                        </a:rPr>
                        <a:t>Models used</a:t>
                      </a:r>
                      <a:endParaRPr lang="en-IN" b="0" dirty="0">
                        <a:effectLst/>
                        <a:latin typeface="Times New Roman" panose="02020603050405020304" pitchFamily="18" charset="0"/>
                        <a:cs typeface="Times New Roman" panose="02020603050405020304" pitchFamily="18" charset="0"/>
                      </a:endParaRPr>
                    </a:p>
                  </a:txBody>
                  <a:tcPr marR="152400" marT="95250" marB="95250" anchor="ctr"/>
                </a:tc>
                <a:tc>
                  <a:txBody>
                    <a:bodyPr/>
                    <a:lstStyle/>
                    <a:p>
                      <a:pPr>
                        <a:lnSpc>
                          <a:spcPts val="1875"/>
                        </a:lnSpc>
                        <a:buNone/>
                      </a:pPr>
                      <a:r>
                        <a:rPr lang="en-IN" dirty="0">
                          <a:effectLst/>
                          <a:latin typeface="Times New Roman" panose="02020603050405020304" pitchFamily="18" charset="0"/>
                          <a:cs typeface="Times New Roman" panose="02020603050405020304" pitchFamily="18" charset="0"/>
                        </a:rPr>
                        <a:t>CNN + ResNet-101 (93.46% accuracy).</a:t>
                      </a:r>
                      <a:endParaRPr lang="en-IN" b="0" dirty="0">
                        <a:effectLst/>
                        <a:latin typeface="Times New Roman" panose="02020603050405020304" pitchFamily="18" charset="0"/>
                        <a:cs typeface="Times New Roman" panose="02020603050405020304" pitchFamily="18" charset="0"/>
                      </a:endParaRPr>
                    </a:p>
                  </a:txBody>
                  <a:tcPr marL="152400" marR="152400" marT="95250" marB="95250" anchor="ctr"/>
                </a:tc>
                <a:tc>
                  <a:txBody>
                    <a:bodyPr/>
                    <a:lstStyle/>
                    <a:p>
                      <a:pPr algn="l">
                        <a:lnSpc>
                          <a:spcPts val="1875"/>
                        </a:lnSpc>
                        <a:buNone/>
                      </a:pPr>
                      <a:r>
                        <a:rPr lang="en-IN" dirty="0">
                          <a:effectLst/>
                          <a:latin typeface="Times New Roman" panose="02020603050405020304" pitchFamily="18" charset="0"/>
                          <a:cs typeface="Times New Roman" panose="02020603050405020304" pitchFamily="18" charset="0"/>
                        </a:rPr>
                        <a:t>CNN + ResNet-18 (96.9% accuracy).</a:t>
                      </a:r>
                      <a:endParaRPr lang="en-IN" b="0" dirty="0">
                        <a:effectLst/>
                        <a:latin typeface="Times New Roman" panose="02020603050405020304" pitchFamily="18" charset="0"/>
                        <a:cs typeface="Times New Roman" panose="02020603050405020304" pitchFamily="18" charset="0"/>
                      </a:endParaRPr>
                    </a:p>
                  </a:txBody>
                  <a:tcPr marL="152400" marT="95250" marB="95250" anchor="ctr"/>
                </a:tc>
                <a:extLst>
                  <a:ext uri="{0D108BD9-81ED-4DB2-BD59-A6C34878D82A}">
                    <a16:rowId xmlns:a16="http://schemas.microsoft.com/office/drawing/2014/main" val="641720350"/>
                  </a:ext>
                </a:extLst>
              </a:tr>
              <a:tr h="863144">
                <a:tc>
                  <a:txBody>
                    <a:bodyPr/>
                    <a:lstStyle/>
                    <a:p>
                      <a:pPr>
                        <a:lnSpc>
                          <a:spcPts val="1875"/>
                        </a:lnSpc>
                        <a:buNone/>
                      </a:pPr>
                      <a:r>
                        <a:rPr lang="en-IN" dirty="0">
                          <a:effectLst/>
                          <a:latin typeface="Times New Roman" panose="02020603050405020304" pitchFamily="18" charset="0"/>
                          <a:cs typeface="Times New Roman" panose="02020603050405020304" pitchFamily="18" charset="0"/>
                        </a:rPr>
                        <a:t>System Output</a:t>
                      </a:r>
                      <a:endParaRPr lang="en-IN" b="0" dirty="0">
                        <a:effectLst/>
                        <a:latin typeface="Times New Roman" panose="02020603050405020304" pitchFamily="18" charset="0"/>
                        <a:cs typeface="Times New Roman" panose="02020603050405020304" pitchFamily="18" charset="0"/>
                      </a:endParaRPr>
                    </a:p>
                  </a:txBody>
                  <a:tcPr marR="152400" marT="95250" marB="95250" anchor="ctr"/>
                </a:tc>
                <a:tc>
                  <a:txBody>
                    <a:bodyPr/>
                    <a:lstStyle/>
                    <a:p>
                      <a:pPr>
                        <a:lnSpc>
                          <a:spcPts val="1875"/>
                        </a:lnSpc>
                        <a:buNone/>
                      </a:pPr>
                      <a:r>
                        <a:rPr lang="en-US" dirty="0">
                          <a:effectLst/>
                          <a:latin typeface="Times New Roman" panose="02020603050405020304" pitchFamily="18" charset="0"/>
                          <a:cs typeface="Times New Roman" panose="02020603050405020304" pitchFamily="18" charset="0"/>
                        </a:rPr>
                        <a:t>A classification result (authentic/ forged) and performance metrics.</a:t>
                      </a:r>
                      <a:endParaRPr lang="en-US" b="0" dirty="0">
                        <a:effectLst/>
                        <a:latin typeface="Times New Roman" panose="02020603050405020304" pitchFamily="18" charset="0"/>
                        <a:cs typeface="Times New Roman" panose="02020603050405020304" pitchFamily="18" charset="0"/>
                      </a:endParaRPr>
                    </a:p>
                  </a:txBody>
                  <a:tcPr marL="152400" marR="152400" marT="95250" marB="95250" anchor="ctr"/>
                </a:tc>
                <a:tc>
                  <a:txBody>
                    <a:bodyPr/>
                    <a:lstStyle/>
                    <a:p>
                      <a:pPr algn="l">
                        <a:lnSpc>
                          <a:spcPts val="1875"/>
                        </a:lnSpc>
                        <a:buNone/>
                      </a:pPr>
                      <a:r>
                        <a:rPr lang="en-US" dirty="0">
                          <a:effectLst/>
                          <a:latin typeface="Times New Roman" panose="02020603050405020304" pitchFamily="18" charset="0"/>
                          <a:cs typeface="Times New Roman" panose="02020603050405020304" pitchFamily="18" charset="0"/>
                        </a:rPr>
                        <a:t>A web application that provides a prediction, confidence score, and detailed forensic analysis reports.</a:t>
                      </a:r>
                      <a:endParaRPr lang="en-US" b="0" dirty="0">
                        <a:effectLst/>
                        <a:latin typeface="Times New Roman" panose="02020603050405020304" pitchFamily="18" charset="0"/>
                        <a:cs typeface="Times New Roman" panose="02020603050405020304" pitchFamily="18" charset="0"/>
                      </a:endParaRPr>
                    </a:p>
                  </a:txBody>
                  <a:tcPr marL="152400" marT="95250" marB="95250" anchor="ctr"/>
                </a:tc>
                <a:extLst>
                  <a:ext uri="{0D108BD9-81ED-4DB2-BD59-A6C34878D82A}">
                    <a16:rowId xmlns:a16="http://schemas.microsoft.com/office/drawing/2014/main" val="605244330"/>
                  </a:ext>
                </a:extLst>
              </a:tr>
              <a:tr h="1318691">
                <a:tc>
                  <a:txBody>
                    <a:bodyPr/>
                    <a:lstStyle/>
                    <a:p>
                      <a:pPr>
                        <a:lnSpc>
                          <a:spcPts val="1875"/>
                        </a:lnSpc>
                        <a:buNone/>
                      </a:pPr>
                      <a:r>
                        <a:rPr lang="en-IN" dirty="0">
                          <a:effectLst/>
                          <a:latin typeface="Times New Roman" panose="02020603050405020304" pitchFamily="18" charset="0"/>
                          <a:cs typeface="Times New Roman" panose="02020603050405020304" pitchFamily="18" charset="0"/>
                        </a:rPr>
                        <a:t>Additional Functionality</a:t>
                      </a:r>
                      <a:endParaRPr lang="en-IN" b="0" dirty="0">
                        <a:effectLst/>
                        <a:latin typeface="Times New Roman" panose="02020603050405020304" pitchFamily="18" charset="0"/>
                        <a:cs typeface="Times New Roman" panose="02020603050405020304" pitchFamily="18" charset="0"/>
                      </a:endParaRPr>
                    </a:p>
                  </a:txBody>
                  <a:tcPr marR="152400" marT="95250" marB="95250" anchor="ctr"/>
                </a:tc>
                <a:tc>
                  <a:txBody>
                    <a:bodyPr/>
                    <a:lstStyle/>
                    <a:p>
                      <a:pPr>
                        <a:lnSpc>
                          <a:spcPts val="1875"/>
                        </a:lnSpc>
                        <a:buNone/>
                      </a:pPr>
                      <a:r>
                        <a:rPr lang="en-US">
                          <a:effectLst/>
                          <a:latin typeface="Times New Roman" panose="02020603050405020304" pitchFamily="18" charset="0"/>
                          <a:cs typeface="Times New Roman" panose="02020603050405020304" pitchFamily="18" charset="0"/>
                        </a:rPr>
                        <a:t>No additional features. The system is strictly a classifier with no user interaction beyond training and testing.</a:t>
                      </a:r>
                      <a:endParaRPr lang="en-US" b="0">
                        <a:effectLst/>
                        <a:latin typeface="Times New Roman" panose="02020603050405020304" pitchFamily="18" charset="0"/>
                        <a:cs typeface="Times New Roman" panose="02020603050405020304" pitchFamily="18" charset="0"/>
                      </a:endParaRPr>
                    </a:p>
                  </a:txBody>
                  <a:tcPr marL="152400" marR="152400" marT="95250" marB="95250" anchor="ctr"/>
                </a:tc>
                <a:tc>
                  <a:txBody>
                    <a:bodyPr/>
                    <a:lstStyle/>
                    <a:p>
                      <a:pPr algn="l">
                        <a:lnSpc>
                          <a:spcPts val="1875"/>
                        </a:lnSpc>
                        <a:buNone/>
                      </a:pPr>
                      <a:r>
                        <a:rPr lang="en-US" dirty="0">
                          <a:effectLst/>
                          <a:latin typeface="Times New Roman" panose="02020603050405020304" pitchFamily="18" charset="0"/>
                          <a:cs typeface="Times New Roman" panose="02020603050405020304" pitchFamily="18" charset="0"/>
                        </a:rPr>
                        <a:t>Includes Dual Image Comparison feature allowing users to upload two images and analyze differences to detect potential manipulation from an original reference.</a:t>
                      </a:r>
                      <a:endParaRPr lang="en-US" b="0" dirty="0">
                        <a:effectLst/>
                        <a:latin typeface="Times New Roman" panose="02020603050405020304" pitchFamily="18" charset="0"/>
                        <a:cs typeface="Times New Roman" panose="02020603050405020304" pitchFamily="18" charset="0"/>
                      </a:endParaRPr>
                    </a:p>
                  </a:txBody>
                  <a:tcPr marL="152400" marT="95250" marB="95250" anchor="ctr"/>
                </a:tc>
                <a:extLst>
                  <a:ext uri="{0D108BD9-81ED-4DB2-BD59-A6C34878D82A}">
                    <a16:rowId xmlns:a16="http://schemas.microsoft.com/office/drawing/2014/main" val="3908882298"/>
                  </a:ext>
                </a:extLst>
              </a:tr>
              <a:tr h="1318691">
                <a:tc>
                  <a:txBody>
                    <a:bodyPr/>
                    <a:lstStyle/>
                    <a:p>
                      <a:pPr>
                        <a:lnSpc>
                          <a:spcPts val="1875"/>
                        </a:lnSpc>
                        <a:buNone/>
                      </a:pPr>
                      <a:r>
                        <a:rPr lang="en-IN" dirty="0">
                          <a:effectLst/>
                          <a:latin typeface="Times New Roman" panose="02020603050405020304" pitchFamily="18" charset="0"/>
                          <a:cs typeface="Times New Roman" panose="02020603050405020304" pitchFamily="18" charset="0"/>
                        </a:rPr>
                        <a:t>Dataset Strategy</a:t>
                      </a:r>
                      <a:endParaRPr lang="en-IN" b="0" dirty="0">
                        <a:effectLst/>
                        <a:latin typeface="Times New Roman" panose="02020603050405020304" pitchFamily="18" charset="0"/>
                        <a:cs typeface="Times New Roman" panose="02020603050405020304" pitchFamily="18" charset="0"/>
                      </a:endParaRPr>
                    </a:p>
                  </a:txBody>
                  <a:tcPr marR="152400" marT="95250" marB="95250" anchor="ctr"/>
                </a:tc>
                <a:tc>
                  <a:txBody>
                    <a:bodyPr/>
                    <a:lstStyle/>
                    <a:p>
                      <a:pPr>
                        <a:lnSpc>
                          <a:spcPts val="1875"/>
                        </a:lnSpc>
                        <a:buNone/>
                      </a:pPr>
                      <a:r>
                        <a:rPr lang="en-US" dirty="0">
                          <a:effectLst/>
                          <a:latin typeface="Times New Roman" panose="02020603050405020304" pitchFamily="18" charset="0"/>
                          <a:cs typeface="Times New Roman" panose="02020603050405020304" pitchFamily="18" charset="0"/>
                        </a:rPr>
                        <a:t>Uses a single Kaggle dataset with 6,500 authentic and 6,500 forged images. Data split is 80-10-10 for training, validation, and testing.</a:t>
                      </a:r>
                      <a:endParaRPr lang="en-US" b="0" dirty="0">
                        <a:effectLst/>
                        <a:latin typeface="Times New Roman" panose="02020603050405020304" pitchFamily="18" charset="0"/>
                        <a:cs typeface="Times New Roman" panose="02020603050405020304" pitchFamily="18" charset="0"/>
                      </a:endParaRPr>
                    </a:p>
                  </a:txBody>
                  <a:tcPr marL="152400" marR="152400" marT="95250" marB="95250" anchor="ctr"/>
                </a:tc>
                <a:tc>
                  <a:txBody>
                    <a:bodyPr/>
                    <a:lstStyle/>
                    <a:p>
                      <a:pPr algn="l">
                        <a:lnSpc>
                          <a:spcPts val="1875"/>
                        </a:lnSpc>
                        <a:buNone/>
                      </a:pPr>
                      <a:r>
                        <a:rPr lang="en-US" dirty="0">
                          <a:effectLst/>
                          <a:latin typeface="Times New Roman" panose="02020603050405020304" pitchFamily="18" charset="0"/>
                          <a:cs typeface="Times New Roman" panose="02020603050405020304" pitchFamily="18" charset="0"/>
                        </a:rPr>
                        <a:t>Uses a custom-built, structured dataset collected from multiple sources and categorized by manipulation type (copy-move, splicing, inpainting). </a:t>
                      </a:r>
                      <a:endParaRPr lang="en-US" b="0" dirty="0">
                        <a:effectLst/>
                        <a:latin typeface="Times New Roman" panose="02020603050405020304" pitchFamily="18" charset="0"/>
                        <a:cs typeface="Times New Roman" panose="02020603050405020304" pitchFamily="18" charset="0"/>
                      </a:endParaRPr>
                    </a:p>
                  </a:txBody>
                  <a:tcPr marL="152400" marT="95250" marB="95250" anchor="ctr"/>
                </a:tc>
                <a:extLst>
                  <a:ext uri="{0D108BD9-81ED-4DB2-BD59-A6C34878D82A}">
                    <a16:rowId xmlns:a16="http://schemas.microsoft.com/office/drawing/2014/main" val="2110666557"/>
                  </a:ext>
                </a:extLst>
              </a:tr>
            </a:tbl>
          </a:graphicData>
        </a:graphic>
      </p:graphicFrame>
    </p:spTree>
    <p:extLst>
      <p:ext uri="{BB962C8B-B14F-4D97-AF65-F5344CB8AC3E}">
        <p14:creationId xmlns:p14="http://schemas.microsoft.com/office/powerpoint/2010/main" val="4024165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8BBF2A-A2C4-9BCE-F8F1-88E886B3BD1E}"/>
              </a:ext>
            </a:extLst>
          </p:cNvPr>
          <p:cNvSpPr>
            <a:spLocks noGrp="1"/>
          </p:cNvSpPr>
          <p:nvPr>
            <p:ph type="ftr" sz="quarter" idx="11"/>
          </p:nvPr>
        </p:nvSpPr>
        <p:spPr/>
        <p:txBody>
          <a:bodyPr/>
          <a:lstStyle/>
          <a:p>
            <a:r>
              <a:rPr lang="en-IN" dirty="0"/>
              <a:t>24</a:t>
            </a:r>
          </a:p>
        </p:txBody>
      </p:sp>
      <p:sp>
        <p:nvSpPr>
          <p:cNvPr id="5" name="Title 1">
            <a:extLst>
              <a:ext uri="{FF2B5EF4-FFF2-40B4-BE49-F238E27FC236}">
                <a16:creationId xmlns:a16="http://schemas.microsoft.com/office/drawing/2014/main" id="{24DA4EBE-3FDA-0D25-C3F5-AB9BEA57E6AD}"/>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v"/>
            </a:pPr>
            <a:r>
              <a:rPr lang="en-IN" sz="3200" b="1" dirty="0">
                <a:solidFill>
                  <a:schemeClr val="bg1"/>
                </a:solidFill>
                <a:latin typeface="Times New Roman" panose="02020603050405020304" pitchFamily="18" charset="0"/>
                <a:cs typeface="Times New Roman" panose="02020603050405020304" pitchFamily="18" charset="0"/>
              </a:rPr>
              <a:t>Results</a:t>
            </a:r>
            <a:endParaRPr lang="en-IN" sz="3200" dirty="0">
              <a:solidFill>
                <a:schemeClr val="bg1"/>
              </a:solidFill>
            </a:endParaRPr>
          </a:p>
        </p:txBody>
      </p:sp>
      <p:sp>
        <p:nvSpPr>
          <p:cNvPr id="6" name="TextBox 5">
            <a:extLst>
              <a:ext uri="{FF2B5EF4-FFF2-40B4-BE49-F238E27FC236}">
                <a16:creationId xmlns:a16="http://schemas.microsoft.com/office/drawing/2014/main" id="{4104CDB8-5D55-DF33-0917-3BE6842300CF}"/>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B18624FC-A1F8-A2A4-EC3B-C18E298D0F29}"/>
              </a:ext>
            </a:extLst>
          </p:cNvPr>
          <p:cNvPicPr>
            <a:picLocks noChangeAspect="1"/>
          </p:cNvPicPr>
          <p:nvPr/>
        </p:nvPicPr>
        <p:blipFill>
          <a:blip r:embed="rId2"/>
          <a:stretch>
            <a:fillRect/>
          </a:stretch>
        </p:blipFill>
        <p:spPr>
          <a:xfrm>
            <a:off x="696717" y="737650"/>
            <a:ext cx="11040538" cy="5375317"/>
          </a:xfrm>
          <a:prstGeom prst="rect">
            <a:avLst/>
          </a:prstGeom>
        </p:spPr>
      </p:pic>
      <p:sp>
        <p:nvSpPr>
          <p:cNvPr id="11" name="TextBox 10">
            <a:extLst>
              <a:ext uri="{FF2B5EF4-FFF2-40B4-BE49-F238E27FC236}">
                <a16:creationId xmlns:a16="http://schemas.microsoft.com/office/drawing/2014/main" id="{0A4979CF-83E2-72ED-8945-208353DFFEF1}"/>
              </a:ext>
            </a:extLst>
          </p:cNvPr>
          <p:cNvSpPr txBox="1"/>
          <p:nvPr/>
        </p:nvSpPr>
        <p:spPr>
          <a:xfrm>
            <a:off x="4498847" y="6112967"/>
            <a:ext cx="3751989"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Fig : </a:t>
            </a:r>
            <a:r>
              <a:rPr lang="en-IN" dirty="0">
                <a:latin typeface="Times New Roman" panose="02020603050405020304" pitchFamily="18" charset="0"/>
                <a:cs typeface="Times New Roman" panose="02020603050405020304" pitchFamily="18" charset="0"/>
              </a:rPr>
              <a:t>Image Forgery Detection website</a:t>
            </a:r>
          </a:p>
        </p:txBody>
      </p:sp>
    </p:spTree>
    <p:extLst>
      <p:ext uri="{BB962C8B-B14F-4D97-AF65-F5344CB8AC3E}">
        <p14:creationId xmlns:p14="http://schemas.microsoft.com/office/powerpoint/2010/main" val="997250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2D45AC3-20FC-C162-D832-174D2DABF2E1}"/>
              </a:ext>
            </a:extLst>
          </p:cNvPr>
          <p:cNvSpPr>
            <a:spLocks noGrp="1"/>
          </p:cNvSpPr>
          <p:nvPr>
            <p:ph type="ftr" sz="quarter" idx="11"/>
          </p:nvPr>
        </p:nvSpPr>
        <p:spPr/>
        <p:txBody>
          <a:bodyPr/>
          <a:lstStyle/>
          <a:p>
            <a:r>
              <a:rPr lang="en-IN" dirty="0"/>
              <a:t>25</a:t>
            </a:r>
          </a:p>
        </p:txBody>
      </p:sp>
      <p:sp>
        <p:nvSpPr>
          <p:cNvPr id="5" name="Title 1">
            <a:extLst>
              <a:ext uri="{FF2B5EF4-FFF2-40B4-BE49-F238E27FC236}">
                <a16:creationId xmlns:a16="http://schemas.microsoft.com/office/drawing/2014/main" id="{A5A8F4D2-8DA2-CA8D-8519-4B4A9FDFDBBF}"/>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C4F12758-971C-E6CC-9BF9-3643CBDB1AA2}"/>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A5DF4AF4-34E9-7634-137B-6AEE4EFA2D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248" y="753774"/>
            <a:ext cx="10678835" cy="5246534"/>
          </a:xfrm>
          <a:prstGeom prst="rect">
            <a:avLst/>
          </a:prstGeom>
        </p:spPr>
      </p:pic>
      <p:sp>
        <p:nvSpPr>
          <p:cNvPr id="11" name="TextBox 10">
            <a:extLst>
              <a:ext uri="{FF2B5EF4-FFF2-40B4-BE49-F238E27FC236}">
                <a16:creationId xmlns:a16="http://schemas.microsoft.com/office/drawing/2014/main" id="{2E8E889F-7935-44C7-0D55-21A2A3190E31}"/>
              </a:ext>
            </a:extLst>
          </p:cNvPr>
          <p:cNvSpPr txBox="1"/>
          <p:nvPr/>
        </p:nvSpPr>
        <p:spPr>
          <a:xfrm>
            <a:off x="3485055" y="6023387"/>
            <a:ext cx="5416868"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Fig : Providing the original Image and Suspicious Image</a:t>
            </a:r>
          </a:p>
        </p:txBody>
      </p:sp>
    </p:spTree>
    <p:extLst>
      <p:ext uri="{BB962C8B-B14F-4D97-AF65-F5344CB8AC3E}">
        <p14:creationId xmlns:p14="http://schemas.microsoft.com/office/powerpoint/2010/main" val="2790591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C896600-9A28-6272-F155-BC5C4A7F6E93}"/>
              </a:ext>
            </a:extLst>
          </p:cNvPr>
          <p:cNvSpPr>
            <a:spLocks noGrp="1"/>
          </p:cNvSpPr>
          <p:nvPr>
            <p:ph type="ftr" sz="quarter" idx="11"/>
          </p:nvPr>
        </p:nvSpPr>
        <p:spPr/>
        <p:txBody>
          <a:bodyPr/>
          <a:lstStyle/>
          <a:p>
            <a:r>
              <a:rPr lang="en-IN" dirty="0"/>
              <a:t>26</a:t>
            </a:r>
          </a:p>
        </p:txBody>
      </p:sp>
      <p:sp>
        <p:nvSpPr>
          <p:cNvPr id="5" name="Title 1">
            <a:extLst>
              <a:ext uri="{FF2B5EF4-FFF2-40B4-BE49-F238E27FC236}">
                <a16:creationId xmlns:a16="http://schemas.microsoft.com/office/drawing/2014/main" id="{E5950848-9A3A-0C12-C32D-EC13E761731E}"/>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6" name="TextBox 5">
            <a:extLst>
              <a:ext uri="{FF2B5EF4-FFF2-40B4-BE49-F238E27FC236}">
                <a16:creationId xmlns:a16="http://schemas.microsoft.com/office/drawing/2014/main" id="{CA39E35F-6958-695D-B464-7DF67659EBC9}"/>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FE5D0679-74E5-DE76-9415-C4974748D2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208" y="743070"/>
            <a:ext cx="10869578" cy="5371859"/>
          </a:xfrm>
          <a:prstGeom prst="rect">
            <a:avLst/>
          </a:prstGeom>
        </p:spPr>
      </p:pic>
      <p:sp>
        <p:nvSpPr>
          <p:cNvPr id="9" name="TextBox 8">
            <a:extLst>
              <a:ext uri="{FF2B5EF4-FFF2-40B4-BE49-F238E27FC236}">
                <a16:creationId xmlns:a16="http://schemas.microsoft.com/office/drawing/2014/main" id="{5EAC187D-7CAA-3395-E2EA-C01464A1B776}"/>
              </a:ext>
            </a:extLst>
          </p:cNvPr>
          <p:cNvSpPr txBox="1"/>
          <p:nvPr/>
        </p:nvSpPr>
        <p:spPr>
          <a:xfrm>
            <a:off x="4852162" y="6125188"/>
            <a:ext cx="2597827"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Fig : </a:t>
            </a:r>
            <a:r>
              <a:rPr lang="en-IN" dirty="0">
                <a:latin typeface="Times New Roman" panose="02020603050405020304" pitchFamily="18" charset="0"/>
                <a:cs typeface="Times New Roman" panose="02020603050405020304" pitchFamily="18" charset="0"/>
              </a:rPr>
              <a:t>The image is Forged</a:t>
            </a:r>
          </a:p>
        </p:txBody>
      </p:sp>
    </p:spTree>
    <p:extLst>
      <p:ext uri="{BB962C8B-B14F-4D97-AF65-F5344CB8AC3E}">
        <p14:creationId xmlns:p14="http://schemas.microsoft.com/office/powerpoint/2010/main" val="2732214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19EBCC1-0060-F7F7-AD87-EA2AE072E214}"/>
              </a:ext>
            </a:extLst>
          </p:cNvPr>
          <p:cNvSpPr>
            <a:spLocks noGrp="1"/>
          </p:cNvSpPr>
          <p:nvPr>
            <p:ph type="ftr" sz="quarter" idx="11"/>
          </p:nvPr>
        </p:nvSpPr>
        <p:spPr/>
        <p:txBody>
          <a:bodyPr/>
          <a:lstStyle/>
          <a:p>
            <a:r>
              <a:rPr lang="en-IN" dirty="0"/>
              <a:t>27</a:t>
            </a:r>
          </a:p>
        </p:txBody>
      </p:sp>
      <p:sp>
        <p:nvSpPr>
          <p:cNvPr id="5" name="Title 1">
            <a:extLst>
              <a:ext uri="{FF2B5EF4-FFF2-40B4-BE49-F238E27FC236}">
                <a16:creationId xmlns:a16="http://schemas.microsoft.com/office/drawing/2014/main" id="{A5A24C0A-1E93-0DC4-A33A-5317B7BB0A12}"/>
              </a:ext>
            </a:extLst>
          </p:cNvPr>
          <p:cNvSpPr txBox="1">
            <a:spLocks/>
          </p:cNvSpPr>
          <p:nvPr/>
        </p:nvSpPr>
        <p:spPr>
          <a:xfrm>
            <a:off x="454740" y="152918"/>
            <a:ext cx="11282515" cy="528119"/>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pic>
        <p:nvPicPr>
          <p:cNvPr id="7" name="Picture 6">
            <a:extLst>
              <a:ext uri="{FF2B5EF4-FFF2-40B4-BE49-F238E27FC236}">
                <a16:creationId xmlns:a16="http://schemas.microsoft.com/office/drawing/2014/main" id="{96F86CF2-51B0-5803-8895-DDA6989D7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482" y="735845"/>
            <a:ext cx="10884421" cy="5399779"/>
          </a:xfrm>
          <a:prstGeom prst="rect">
            <a:avLst/>
          </a:prstGeom>
        </p:spPr>
      </p:pic>
      <p:sp>
        <p:nvSpPr>
          <p:cNvPr id="8" name="TextBox 7">
            <a:extLst>
              <a:ext uri="{FF2B5EF4-FFF2-40B4-BE49-F238E27FC236}">
                <a16:creationId xmlns:a16="http://schemas.microsoft.com/office/drawing/2014/main" id="{27E51F9E-A2A7-71CF-2AAE-6F4FAECA9E4D}"/>
              </a:ext>
            </a:extLst>
          </p:cNvPr>
          <p:cNvSpPr txBox="1"/>
          <p:nvPr/>
        </p:nvSpPr>
        <p:spPr>
          <a:xfrm>
            <a:off x="136275" y="6429087"/>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0CC7C6ED-CAD0-4466-846D-B024E0C1B456}"/>
              </a:ext>
            </a:extLst>
          </p:cNvPr>
          <p:cNvSpPr txBox="1"/>
          <p:nvPr/>
        </p:nvSpPr>
        <p:spPr>
          <a:xfrm>
            <a:off x="4297680" y="6122155"/>
            <a:ext cx="3744230"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Fig : </a:t>
            </a:r>
            <a:r>
              <a:rPr lang="en-IN" dirty="0">
                <a:latin typeface="Times New Roman" panose="02020603050405020304" pitchFamily="18" charset="0"/>
                <a:cs typeface="Times New Roman" panose="02020603050405020304" pitchFamily="18" charset="0"/>
              </a:rPr>
              <a:t>Differences between two images </a:t>
            </a:r>
          </a:p>
        </p:txBody>
      </p:sp>
    </p:spTree>
    <p:extLst>
      <p:ext uri="{BB962C8B-B14F-4D97-AF65-F5344CB8AC3E}">
        <p14:creationId xmlns:p14="http://schemas.microsoft.com/office/powerpoint/2010/main" val="1794720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AB5421-ECF7-6C53-C763-EC1154B759E1}"/>
              </a:ext>
            </a:extLst>
          </p:cNvPr>
          <p:cNvSpPr>
            <a:spLocks noGrp="1"/>
          </p:cNvSpPr>
          <p:nvPr>
            <p:ph idx="1"/>
          </p:nvPr>
        </p:nvSpPr>
        <p:spPr>
          <a:xfrm>
            <a:off x="454742" y="996696"/>
            <a:ext cx="11282514" cy="5180267"/>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Advantages:-</a:t>
            </a:r>
          </a:p>
          <a:p>
            <a:pPr lvl="0"/>
            <a:r>
              <a:rPr lang="en-US" sz="2000" dirty="0">
                <a:latin typeface="Times New Roman" panose="02020603050405020304" pitchFamily="18" charset="0"/>
                <a:cs typeface="Times New Roman" panose="02020603050405020304" pitchFamily="18" charset="0"/>
              </a:rPr>
              <a:t>Automatic and accurate detection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Reduced human intervention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Scalable and efficient</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User-friendly web application</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Can be extended to video forgery detection</a:t>
            </a:r>
            <a:endParaRPr lang="en-IN" sz="2000" b="1"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Applications:-</a:t>
            </a:r>
          </a:p>
          <a:p>
            <a:r>
              <a:rPr lang="en-IN" sz="2000" b="1" dirty="0">
                <a:latin typeface="Times New Roman" panose="02020603050405020304" pitchFamily="18" charset="0"/>
                <a:cs typeface="Times New Roman" panose="02020603050405020304" pitchFamily="18" charset="0"/>
              </a:rPr>
              <a:t>Forensics:-</a:t>
            </a:r>
            <a:r>
              <a:rPr lang="en-IN" sz="2000" dirty="0">
                <a:latin typeface="Times New Roman" panose="02020603050405020304" pitchFamily="18" charset="0"/>
                <a:cs typeface="Times New Roman" panose="02020603050405020304" pitchFamily="18" charset="0"/>
              </a:rPr>
              <a:t>Verifies evidence photos in criminal cases.</a:t>
            </a:r>
          </a:p>
          <a:p>
            <a:r>
              <a:rPr lang="en-IN" sz="2000" b="1" dirty="0">
                <a:latin typeface="Times New Roman" panose="02020603050405020304" pitchFamily="18" charset="0"/>
                <a:cs typeface="Times New Roman" panose="02020603050405020304" pitchFamily="18" charset="0"/>
              </a:rPr>
              <a:t>Journalism:-</a:t>
            </a:r>
            <a:r>
              <a:rPr lang="en-IN" sz="2000" dirty="0">
                <a:latin typeface="Times New Roman" panose="02020603050405020304" pitchFamily="18" charset="0"/>
                <a:cs typeface="Times New Roman" panose="02020603050405020304" pitchFamily="18" charset="0"/>
              </a:rPr>
              <a:t>Authenticates news images against fakes.</a:t>
            </a:r>
          </a:p>
          <a:p>
            <a:r>
              <a:rPr lang="en-IN" sz="2000" b="1" dirty="0">
                <a:latin typeface="Times New Roman" panose="02020603050405020304" pitchFamily="18" charset="0"/>
                <a:cs typeface="Times New Roman" panose="02020603050405020304" pitchFamily="18" charset="0"/>
              </a:rPr>
              <a:t>Social Media:-</a:t>
            </a:r>
            <a:r>
              <a:rPr lang="en-IN" sz="2000" dirty="0">
                <a:latin typeface="Times New Roman" panose="02020603050405020304" pitchFamily="18" charset="0"/>
                <a:cs typeface="Times New Roman" panose="02020603050405020304" pitchFamily="18" charset="0"/>
              </a:rPr>
              <a:t>Flags manipulated content to curb misinformation.</a:t>
            </a:r>
          </a:p>
          <a:p>
            <a:r>
              <a:rPr lang="en-IN" sz="2000" b="1" dirty="0">
                <a:latin typeface="Times New Roman" panose="02020603050405020304" pitchFamily="18" charset="0"/>
                <a:cs typeface="Times New Roman" panose="02020603050405020304" pitchFamily="18" charset="0"/>
              </a:rPr>
              <a:t>Insurance:-</a:t>
            </a:r>
            <a:r>
              <a:rPr lang="en-IN" sz="2000" dirty="0">
                <a:latin typeface="Times New Roman" panose="02020603050405020304" pitchFamily="18" charset="0"/>
                <a:cs typeface="Times New Roman" panose="02020603050405020304" pitchFamily="18" charset="0"/>
              </a:rPr>
              <a:t>Detects altered claim photos to prevent fraud.</a:t>
            </a:r>
          </a:p>
          <a:p>
            <a:r>
              <a:rPr lang="en-IN" sz="2000" b="1" dirty="0">
                <a:latin typeface="Times New Roman" panose="02020603050405020304" pitchFamily="18" charset="0"/>
                <a:cs typeface="Times New Roman" panose="02020603050405020304" pitchFamily="18" charset="0"/>
              </a:rPr>
              <a:t>E-commerce:-</a:t>
            </a:r>
            <a:r>
              <a:rPr lang="en-IN" sz="2000" dirty="0">
                <a:latin typeface="Times New Roman" panose="02020603050405020304" pitchFamily="18" charset="0"/>
                <a:cs typeface="Times New Roman" panose="02020603050405020304" pitchFamily="18" charset="0"/>
              </a:rPr>
              <a:t>Ensures genuine product images in listings.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B59F287-38FA-725B-0718-D7E49D8CA415}"/>
              </a:ext>
            </a:extLst>
          </p:cNvPr>
          <p:cNvSpPr>
            <a:spLocks noGrp="1"/>
          </p:cNvSpPr>
          <p:nvPr>
            <p:ph type="ftr" sz="quarter" idx="11"/>
          </p:nvPr>
        </p:nvSpPr>
        <p:spPr/>
        <p:txBody>
          <a:bodyPr/>
          <a:lstStyle/>
          <a:p>
            <a:r>
              <a:rPr lang="en-IN" dirty="0"/>
              <a:t>28</a:t>
            </a:r>
          </a:p>
        </p:txBody>
      </p:sp>
      <p:sp>
        <p:nvSpPr>
          <p:cNvPr id="6" name="Title 1">
            <a:extLst>
              <a:ext uri="{FF2B5EF4-FFF2-40B4-BE49-F238E27FC236}">
                <a16:creationId xmlns:a16="http://schemas.microsoft.com/office/drawing/2014/main" id="{4AE09938-7E64-ACCE-ABB1-D6BF5E917EE7}"/>
              </a:ext>
            </a:extLst>
          </p:cNvPr>
          <p:cNvSpPr txBox="1">
            <a:spLocks/>
          </p:cNvSpPr>
          <p:nvPr/>
        </p:nvSpPr>
        <p:spPr>
          <a:xfrm>
            <a:off x="454742" y="131159"/>
            <a:ext cx="11282514" cy="726256"/>
          </a:xfrm>
          <a:prstGeom prst="rect">
            <a:avLst/>
          </a:prstGeom>
          <a:solidFill>
            <a:schemeClr val="tx2">
              <a:lumMod val="60000"/>
              <a:lumOff val="40000"/>
            </a:schemeClr>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1300" algn="l"/>
              </a:tabLst>
            </a:pPr>
            <a:r>
              <a:rPr lang="en-US" sz="3200" spc="-10" dirty="0">
                <a:solidFill>
                  <a:schemeClr val="bg1"/>
                </a:solidFill>
                <a:latin typeface="Times New Roman"/>
                <a:cs typeface="Times New Roman"/>
              </a:rPr>
              <a:t>Advantages And Applications</a:t>
            </a:r>
          </a:p>
        </p:txBody>
      </p:sp>
      <p:sp>
        <p:nvSpPr>
          <p:cNvPr id="7" name="TextBox 6">
            <a:extLst>
              <a:ext uri="{FF2B5EF4-FFF2-40B4-BE49-F238E27FC236}">
                <a16:creationId xmlns:a16="http://schemas.microsoft.com/office/drawing/2014/main" id="{384DFD53-238D-480C-893D-5508CCF17749}"/>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29683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A4F01-D530-9398-8659-66517DD01900}"/>
              </a:ext>
            </a:extLst>
          </p:cNvPr>
          <p:cNvSpPr>
            <a:spLocks noGrp="1"/>
          </p:cNvSpPr>
          <p:nvPr>
            <p:ph idx="1"/>
          </p:nvPr>
        </p:nvSpPr>
        <p:spPr>
          <a:xfrm>
            <a:off x="454742" y="795334"/>
            <a:ext cx="11282514" cy="5381630"/>
          </a:xfrm>
        </p:spPr>
        <p:txBody>
          <a:bodyPr>
            <a:normAutofit/>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	The main goal of this project was to build a reliable system for detecting forged or manipulated images using deep learning and digital forensic techniques. To achieve this, the team trained and evaluated </a:t>
            </a:r>
            <a:r>
              <a:rPr lang="en-US" sz="1800" dirty="0" err="1">
                <a:latin typeface="Times New Roman" panose="02020603050405020304" pitchFamily="18" charset="0"/>
                <a:cs typeface="Times New Roman" panose="02020603050405020304" pitchFamily="18" charset="0"/>
              </a:rPr>
              <a:t>ResNet</a:t>
            </a:r>
            <a:r>
              <a:rPr lang="en-US" sz="1800" dirty="0">
                <a:latin typeface="Times New Roman" panose="02020603050405020304" pitchFamily="18" charset="0"/>
                <a:cs typeface="Times New Roman" panose="02020603050405020304" pitchFamily="18" charset="0"/>
              </a:rPr>
              <a:t> architectures (ResNet-18, ResNet-50, and ResNet-101) using transfer learning from ImageNet. Among these, ResNet-101 performed best, achieving 93.46% test accuracy, 95.08% precision, 92.10% recall, 94.91% specificity, and a 93.57% F1-score. To further improve reliability, the system integrates a hybrid forensic analysis framework that examines noise levels, JPEG compression artifacts, edge consistency, color distribution, and local variance helping detect manipulations that deep learning alone might miss. A Flask-based web application was also developed, allowing users to easily upload images and receive instant detection results with detailed forensic reports.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Although the system performs well, it has limitations its effectiveness depends on the diversity of training data, and it may struggle with unseen manipulation techniques, additionally, the forensic heuristics rely on predefined thresholds that may not generalize to all image types. Overall, combining deep learning with heuristic forensic analysis significantly enhances the accuracy and robustness of image forgery detection, offering a practical solution for digital forensics, media verification, and cybersecurity.</a:t>
            </a:r>
            <a:endParaRPr lang="en-IN"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0750CAD-AEF7-BC87-7177-EDD028169D8B}"/>
              </a:ext>
            </a:extLst>
          </p:cNvPr>
          <p:cNvSpPr>
            <a:spLocks noGrp="1"/>
          </p:cNvSpPr>
          <p:nvPr>
            <p:ph type="ftr" sz="quarter" idx="11"/>
          </p:nvPr>
        </p:nvSpPr>
        <p:spPr/>
        <p:txBody>
          <a:bodyPr/>
          <a:lstStyle/>
          <a:p>
            <a:r>
              <a:rPr lang="en-IN" dirty="0"/>
              <a:t>29</a:t>
            </a:r>
          </a:p>
        </p:txBody>
      </p:sp>
      <p:sp>
        <p:nvSpPr>
          <p:cNvPr id="5" name="Title 1">
            <a:extLst>
              <a:ext uri="{FF2B5EF4-FFF2-40B4-BE49-F238E27FC236}">
                <a16:creationId xmlns:a16="http://schemas.microsoft.com/office/drawing/2014/main" id="{C6A3BA66-9C79-607F-8BCB-9D7C62BCD594}"/>
              </a:ext>
            </a:extLst>
          </p:cNvPr>
          <p:cNvSpPr txBox="1">
            <a:spLocks/>
          </p:cNvSpPr>
          <p:nvPr/>
        </p:nvSpPr>
        <p:spPr>
          <a:xfrm>
            <a:off x="454742" y="131159"/>
            <a:ext cx="11282514" cy="607830"/>
          </a:xfrm>
          <a:prstGeom prst="rect">
            <a:avLst/>
          </a:prstGeom>
          <a:solidFill>
            <a:schemeClr val="tx2">
              <a:lumMod val="60000"/>
              <a:lumOff val="40000"/>
            </a:schemeClr>
          </a:solidFill>
        </p:spPr>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1300" algn="l"/>
              </a:tabLst>
            </a:pPr>
            <a:r>
              <a:rPr lang="en-US" sz="3200" spc="-10" dirty="0">
                <a:solidFill>
                  <a:schemeClr val="bg1"/>
                </a:solidFill>
                <a:latin typeface="Times New Roman"/>
                <a:cs typeface="Times New Roman"/>
              </a:rPr>
              <a:t>Conclusion</a:t>
            </a:r>
          </a:p>
        </p:txBody>
      </p:sp>
      <p:sp>
        <p:nvSpPr>
          <p:cNvPr id="6" name="TextBox 5">
            <a:extLst>
              <a:ext uri="{FF2B5EF4-FFF2-40B4-BE49-F238E27FC236}">
                <a16:creationId xmlns:a16="http://schemas.microsoft.com/office/drawing/2014/main" id="{67B163B8-7A76-8733-80CD-C663ED0A7CB8}"/>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26738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9B5AAD-89CA-5039-EE30-7F78B3486DF1}"/>
              </a:ext>
            </a:extLst>
          </p:cNvPr>
          <p:cNvSpPr>
            <a:spLocks noGrp="1"/>
          </p:cNvSpPr>
          <p:nvPr>
            <p:ph idx="1"/>
          </p:nvPr>
        </p:nvSpPr>
        <p:spPr>
          <a:xfrm>
            <a:off x="454742" y="914400"/>
            <a:ext cx="11282514" cy="5262563"/>
          </a:xfrm>
        </p:spPr>
        <p:txBody>
          <a:bodyPr>
            <a:normAutofit/>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	Although the image forgery detection system works well, there are several ways to make it even better in the future. The training dataset should be expanded with more types of fake images to help the model learn better. The system also needs to learn how to detect images created by AI tools like GANs and diffusion models, which produce very realistic fakes. It could also be extended to detect fake videos, including deepfakes, by analyzing both individual frames and changes between frames. Making the system more explainable for example, by highlighting which parts of an image led to a fake decision would help users trust the results. Privacy-preserving methods like federated learning could allow organizations to work together on improving the model without sharing sensitive data.</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Finally, adding blockchain technology could create tamper-proof records of image authenticity, which would be useful for legal cases. In short, with these improvements, the system can become an even more powerful and reliable tool for detecting fake images.</a:t>
            </a:r>
            <a:endParaRPr lang="en-IN"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CCAEF7F-33C8-507F-D23C-4B3D1BAEBD01}"/>
              </a:ext>
            </a:extLst>
          </p:cNvPr>
          <p:cNvSpPr>
            <a:spLocks noGrp="1"/>
          </p:cNvSpPr>
          <p:nvPr>
            <p:ph type="ftr" sz="quarter" idx="11"/>
          </p:nvPr>
        </p:nvSpPr>
        <p:spPr/>
        <p:txBody>
          <a:bodyPr/>
          <a:lstStyle/>
          <a:p>
            <a:r>
              <a:rPr lang="en-IN" dirty="0"/>
              <a:t>30</a:t>
            </a:r>
          </a:p>
        </p:txBody>
      </p:sp>
      <p:sp>
        <p:nvSpPr>
          <p:cNvPr id="5" name="Title 1">
            <a:extLst>
              <a:ext uri="{FF2B5EF4-FFF2-40B4-BE49-F238E27FC236}">
                <a16:creationId xmlns:a16="http://schemas.microsoft.com/office/drawing/2014/main" id="{E6BF7F9B-03E7-52CF-D23F-799DDE84B91F}"/>
              </a:ext>
            </a:extLst>
          </p:cNvPr>
          <p:cNvSpPr txBox="1">
            <a:spLocks/>
          </p:cNvSpPr>
          <p:nvPr/>
        </p:nvSpPr>
        <p:spPr>
          <a:xfrm>
            <a:off x="454742" y="131159"/>
            <a:ext cx="11282514" cy="607830"/>
          </a:xfrm>
          <a:prstGeom prst="rect">
            <a:avLst/>
          </a:prstGeom>
          <a:solidFill>
            <a:schemeClr val="tx2">
              <a:lumMod val="60000"/>
              <a:lumOff val="40000"/>
            </a:schemeClr>
          </a:solidFill>
        </p:spPr>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1300" algn="l"/>
              </a:tabLst>
            </a:pPr>
            <a:r>
              <a:rPr lang="en-US" sz="3200" spc="-10" dirty="0">
                <a:solidFill>
                  <a:schemeClr val="bg1"/>
                </a:solidFill>
                <a:latin typeface="Times New Roman"/>
                <a:cs typeface="Times New Roman"/>
              </a:rPr>
              <a:t>Future work</a:t>
            </a:r>
          </a:p>
        </p:txBody>
      </p:sp>
      <p:sp>
        <p:nvSpPr>
          <p:cNvPr id="6" name="TextBox 5">
            <a:extLst>
              <a:ext uri="{FF2B5EF4-FFF2-40B4-BE49-F238E27FC236}">
                <a16:creationId xmlns:a16="http://schemas.microsoft.com/office/drawing/2014/main" id="{48A67F5B-26D1-3B4A-620C-688270827E1C}"/>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11358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DCCE-2CD8-2D22-B5ED-5727ED6ED0EB}"/>
              </a:ext>
            </a:extLst>
          </p:cNvPr>
          <p:cNvSpPr txBox="1">
            <a:spLocks/>
          </p:cNvSpPr>
          <p:nvPr/>
        </p:nvSpPr>
        <p:spPr>
          <a:xfrm>
            <a:off x="329184" y="136525"/>
            <a:ext cx="11336790" cy="76691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69900" indent="-457200">
              <a:lnSpc>
                <a:spcPct val="150000"/>
              </a:lnSpc>
              <a:spcBef>
                <a:spcPts val="229"/>
              </a:spcBef>
              <a:buFont typeface="Wingdings" panose="05000000000000000000" pitchFamily="2" charset="2"/>
              <a:buChar char="v"/>
              <a:tabLst>
                <a:tab pos="241300" algn="l"/>
              </a:tabLst>
            </a:pPr>
            <a:r>
              <a:rPr lang="en-US" sz="3200" b="1" spc="-10" dirty="0">
                <a:solidFill>
                  <a:schemeClr val="bg1"/>
                </a:solidFill>
                <a:latin typeface="Times New Roman"/>
                <a:cs typeface="Times New Roman"/>
              </a:rPr>
              <a:t>REFERENCES</a:t>
            </a:r>
          </a:p>
        </p:txBody>
      </p:sp>
      <p:sp>
        <p:nvSpPr>
          <p:cNvPr id="3" name="TextBox 2">
            <a:extLst>
              <a:ext uri="{FF2B5EF4-FFF2-40B4-BE49-F238E27FC236}">
                <a16:creationId xmlns:a16="http://schemas.microsoft.com/office/drawing/2014/main" id="{8E5A6C3D-DA67-2778-61B7-7789DADE28B6}"/>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01859912-15B8-6EA5-77CA-5F08B06D974D}"/>
              </a:ext>
            </a:extLst>
          </p:cNvPr>
          <p:cNvSpPr txBox="1"/>
          <p:nvPr/>
        </p:nvSpPr>
        <p:spPr>
          <a:xfrm>
            <a:off x="329184" y="959786"/>
            <a:ext cx="11336790" cy="501675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[1] C. Song, P. Zeng, Z. Wang, T. Li, L. Qiao and L. Shen, "Image Forgery Detection Based on Motion Blur Estimated Using Convolutional Neural Network," </a:t>
            </a:r>
            <a:r>
              <a:rPr lang="en-US" sz="2000" i="1" dirty="0">
                <a:latin typeface="Times New Roman" panose="02020603050405020304" pitchFamily="18" charset="0"/>
                <a:cs typeface="Times New Roman" panose="02020603050405020304" pitchFamily="18" charset="0"/>
              </a:rPr>
              <a:t>in IEEE Sensors Journal, vol. 19, no. 23, pp. 11601-11611, 1 Dec.1, 2019, </a:t>
            </a:r>
            <a:r>
              <a:rPr lang="en-US" sz="2000" i="1" dirty="0" err="1">
                <a:latin typeface="Times New Roman" panose="02020603050405020304" pitchFamily="18" charset="0"/>
                <a:cs typeface="Times New Roman" panose="02020603050405020304" pitchFamily="18" charset="0"/>
              </a:rPr>
              <a:t>doi</a:t>
            </a:r>
            <a:r>
              <a:rPr lang="en-US" sz="2000" i="1" dirty="0">
                <a:latin typeface="Times New Roman" panose="02020603050405020304" pitchFamily="18" charset="0"/>
                <a:cs typeface="Times New Roman" panose="02020603050405020304" pitchFamily="18" charset="0"/>
              </a:rPr>
              <a:t>: 10.1109/JSEN.2019.2928480.</a:t>
            </a:r>
          </a:p>
          <a:p>
            <a:pPr algn="just"/>
            <a:endParaRPr lang="en-US" sz="2000" i="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[2] J. H. Bappy, C. Simons, L. Nataraj, B. S. Manjunath and A. K. Roy-Chowdhury, "Hybrid LSTM and Encoder–Decoder Architecture for Detection of Image Forgeries," </a:t>
            </a:r>
            <a:r>
              <a:rPr lang="en-US" sz="2000" i="1" dirty="0">
                <a:latin typeface="Times New Roman" panose="02020603050405020304" pitchFamily="18" charset="0"/>
                <a:cs typeface="Times New Roman" panose="02020603050405020304" pitchFamily="18" charset="0"/>
              </a:rPr>
              <a:t>in IEEE Transactions on Image Processing, vol. 28, no. 7, pp. 3286-3300, July 2019, </a:t>
            </a:r>
            <a:r>
              <a:rPr lang="en-US" sz="2000" i="1" dirty="0" err="1">
                <a:latin typeface="Times New Roman" panose="02020603050405020304" pitchFamily="18" charset="0"/>
                <a:cs typeface="Times New Roman" panose="02020603050405020304" pitchFamily="18" charset="0"/>
              </a:rPr>
              <a:t>doi</a:t>
            </a:r>
            <a:r>
              <a:rPr lang="en-US" sz="2000" i="1" dirty="0">
                <a:latin typeface="Times New Roman" panose="02020603050405020304" pitchFamily="18" charset="0"/>
                <a:cs typeface="Times New Roman" panose="02020603050405020304" pitchFamily="18" charset="0"/>
              </a:rPr>
              <a:t>: 10.1109/TIP.2019.2895466.</a:t>
            </a:r>
          </a:p>
          <a:p>
            <a:pPr algn="just"/>
            <a:endParaRPr lang="en-US" sz="2000" i="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[3] F. Marra, D. </a:t>
            </a:r>
            <a:r>
              <a:rPr lang="en-US" sz="2000" dirty="0" err="1">
                <a:latin typeface="Times New Roman" panose="02020603050405020304" pitchFamily="18" charset="0"/>
                <a:cs typeface="Times New Roman" panose="02020603050405020304" pitchFamily="18" charset="0"/>
              </a:rPr>
              <a:t>Gragnaniello</a:t>
            </a:r>
            <a:r>
              <a:rPr lang="en-US" sz="2000" dirty="0">
                <a:latin typeface="Times New Roman" panose="02020603050405020304" pitchFamily="18" charset="0"/>
                <a:cs typeface="Times New Roman" panose="02020603050405020304" pitchFamily="18" charset="0"/>
              </a:rPr>
              <a:t>, L. </a:t>
            </a:r>
            <a:r>
              <a:rPr lang="en-US" sz="2000" dirty="0" err="1">
                <a:latin typeface="Times New Roman" panose="02020603050405020304" pitchFamily="18" charset="0"/>
                <a:cs typeface="Times New Roman" panose="02020603050405020304" pitchFamily="18" charset="0"/>
              </a:rPr>
              <a:t>Verdoliva</a:t>
            </a:r>
            <a:r>
              <a:rPr lang="en-US" sz="2000" dirty="0">
                <a:latin typeface="Times New Roman" panose="02020603050405020304" pitchFamily="18" charset="0"/>
                <a:cs typeface="Times New Roman" panose="02020603050405020304" pitchFamily="18" charset="0"/>
              </a:rPr>
              <a:t> and G. Poggi, "A Full-Image Full-Resolution End-to-End-Trainable CNN Framework for Image Forgery Detection</a:t>
            </a:r>
            <a:r>
              <a:rPr lang="en-US" sz="2000" i="1" dirty="0">
                <a:latin typeface="Times New Roman" panose="02020603050405020304" pitchFamily="18" charset="0"/>
                <a:cs typeface="Times New Roman" panose="02020603050405020304" pitchFamily="18" charset="0"/>
              </a:rPr>
              <a:t>," in IEEE Access, vol. 8, pp. 133488-133502, 2020, </a:t>
            </a:r>
            <a:r>
              <a:rPr lang="en-US" sz="2000" i="1" dirty="0" err="1">
                <a:latin typeface="Times New Roman" panose="02020603050405020304" pitchFamily="18" charset="0"/>
                <a:cs typeface="Times New Roman" panose="02020603050405020304" pitchFamily="18" charset="0"/>
              </a:rPr>
              <a:t>doi</a:t>
            </a:r>
            <a:r>
              <a:rPr lang="en-US" sz="2000" i="1" dirty="0">
                <a:latin typeface="Times New Roman" panose="02020603050405020304" pitchFamily="18" charset="0"/>
                <a:cs typeface="Times New Roman" panose="02020603050405020304" pitchFamily="18" charset="0"/>
              </a:rPr>
              <a:t>: 10.1109/ACCESS.2020.3009877.</a:t>
            </a:r>
          </a:p>
          <a:p>
            <a:pPr algn="just"/>
            <a:endParaRPr lang="en-US" sz="2000" i="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[4] L. Zhao, C. Chen and J. Huang, "Deep Learning-Based Forgery Attack on Document Images," </a:t>
            </a:r>
            <a:r>
              <a:rPr lang="en-US" sz="2000" i="1" dirty="0">
                <a:latin typeface="Times New Roman" panose="02020603050405020304" pitchFamily="18" charset="0"/>
                <a:cs typeface="Times New Roman" panose="02020603050405020304" pitchFamily="18" charset="0"/>
              </a:rPr>
              <a:t>in IEEE Transactions on Image Processing, vol. 30, pp. 7964-7979, 2021, </a:t>
            </a:r>
            <a:r>
              <a:rPr lang="en-US" sz="2000" i="1" dirty="0" err="1">
                <a:latin typeface="Times New Roman" panose="02020603050405020304" pitchFamily="18" charset="0"/>
                <a:cs typeface="Times New Roman" panose="02020603050405020304" pitchFamily="18" charset="0"/>
              </a:rPr>
              <a:t>doi</a:t>
            </a:r>
            <a:r>
              <a:rPr lang="en-US" sz="2000" i="1" dirty="0">
                <a:latin typeface="Times New Roman" panose="02020603050405020304" pitchFamily="18" charset="0"/>
                <a:cs typeface="Times New Roman" panose="02020603050405020304" pitchFamily="18" charset="0"/>
              </a:rPr>
              <a:t>: 10.1109/TIP.2021.3112048.</a:t>
            </a: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AC7BE00-25C0-CA27-63A5-C2DCA65CC2BC}"/>
              </a:ext>
            </a:extLst>
          </p:cNvPr>
          <p:cNvSpPr>
            <a:spLocks noGrp="1"/>
          </p:cNvSpPr>
          <p:nvPr>
            <p:ph type="ftr" sz="quarter" idx="11"/>
          </p:nvPr>
        </p:nvSpPr>
        <p:spPr/>
        <p:txBody>
          <a:bodyPr/>
          <a:lstStyle/>
          <a:p>
            <a:r>
              <a:rPr lang="en-US" sz="1400" dirty="0">
                <a:latin typeface="Times New Roman" panose="02020603050405020304" pitchFamily="18" charset="0"/>
                <a:cs typeface="Times New Roman" panose="02020603050405020304" pitchFamily="18" charset="0"/>
              </a:rPr>
              <a:t>31</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343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65DD2-2CE5-77C2-C7F6-5F8C5C0719D4}"/>
              </a:ext>
            </a:extLst>
          </p:cNvPr>
          <p:cNvSpPr txBox="1"/>
          <p:nvPr/>
        </p:nvSpPr>
        <p:spPr>
          <a:xfrm>
            <a:off x="117987" y="6412695"/>
            <a:ext cx="12477135" cy="584775"/>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Department of </a:t>
            </a:r>
            <a:r>
              <a:rPr lang="en-IN" sz="1600" dirty="0">
                <a:latin typeface="Times New Roman" panose="02020603050405020304" pitchFamily="18" charset="0"/>
                <a:cs typeface="Times New Roman" panose="02020603050405020304" pitchFamily="18" charset="0"/>
              </a:rPr>
              <a:t>ECE,TEC 									  </a:t>
            </a:r>
            <a:r>
              <a:rPr lang="en-IN" sz="1600" cap="none" dirty="0">
                <a:solidFill>
                  <a:schemeClr val="tx1"/>
                </a:solidFill>
                <a:latin typeface="Times New Roman" panose="02020603050405020304" pitchFamily="18" charset="0"/>
                <a:cs typeface="Times New Roman" panose="02020603050405020304" pitchFamily="18" charset="0"/>
              </a:rPr>
              <a:t>										</a:t>
            </a:r>
          </a:p>
        </p:txBody>
      </p:sp>
      <p:sp>
        <p:nvSpPr>
          <p:cNvPr id="3" name="Title 1">
            <a:extLst>
              <a:ext uri="{FF2B5EF4-FFF2-40B4-BE49-F238E27FC236}">
                <a16:creationId xmlns:a16="http://schemas.microsoft.com/office/drawing/2014/main" id="{E03012CF-29DB-A8C5-FC09-F1502BEF5DDF}"/>
              </a:ext>
            </a:extLst>
          </p:cNvPr>
          <p:cNvSpPr txBox="1">
            <a:spLocks/>
          </p:cNvSpPr>
          <p:nvPr/>
        </p:nvSpPr>
        <p:spPr>
          <a:xfrm>
            <a:off x="454740" y="152918"/>
            <a:ext cx="11282515" cy="726256"/>
          </a:xfrm>
          <a:prstGeom prst="rect">
            <a:avLst/>
          </a:prstGeom>
          <a:solidFill>
            <a:schemeClr val="tx2">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err="1">
                <a:solidFill>
                  <a:schemeClr val="bg1"/>
                </a:solidFill>
                <a:latin typeface="Times New Roman" panose="02020603050405020304" pitchFamily="18" charset="0"/>
                <a:cs typeface="Times New Roman" panose="02020603050405020304" pitchFamily="18" charset="0"/>
              </a:rPr>
              <a:t>Cont</a:t>
            </a:r>
            <a:r>
              <a:rPr lang="en-IN" sz="3200" b="1" dirty="0">
                <a:solidFill>
                  <a:schemeClr val="bg1"/>
                </a:solidFill>
                <a:latin typeface="Times New Roman" panose="02020603050405020304" pitchFamily="18" charset="0"/>
                <a:cs typeface="Times New Roman" panose="02020603050405020304" pitchFamily="18" charset="0"/>
              </a:rPr>
              <a:t>…</a:t>
            </a:r>
            <a:endParaRPr lang="en-IN" sz="3200" dirty="0">
              <a:solidFill>
                <a:schemeClr val="bg1"/>
              </a:solidFill>
            </a:endParaRPr>
          </a:p>
        </p:txBody>
      </p:sp>
      <p:sp>
        <p:nvSpPr>
          <p:cNvPr id="4" name="TextBox 3">
            <a:extLst>
              <a:ext uri="{FF2B5EF4-FFF2-40B4-BE49-F238E27FC236}">
                <a16:creationId xmlns:a16="http://schemas.microsoft.com/office/drawing/2014/main" id="{CB995A89-D5E0-3FB2-A4AC-D2BC00F2C0D3}"/>
              </a:ext>
            </a:extLst>
          </p:cNvPr>
          <p:cNvSpPr txBox="1"/>
          <p:nvPr/>
        </p:nvSpPr>
        <p:spPr>
          <a:xfrm>
            <a:off x="454740" y="980187"/>
            <a:ext cx="11282515" cy="563231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[5]</a:t>
            </a:r>
            <a:r>
              <a:rPr lang="en-IN" sz="2000" dirty="0">
                <a:latin typeface="Times New Roman" panose="02020603050405020304" pitchFamily="18" charset="0"/>
                <a:cs typeface="Times New Roman" panose="02020603050405020304" pitchFamily="18" charset="0"/>
              </a:rPr>
              <a:t>  K. M. Hosny, A. M. </a:t>
            </a:r>
            <a:r>
              <a:rPr lang="en-IN" sz="2000" dirty="0" err="1">
                <a:latin typeface="Times New Roman" panose="02020603050405020304" pitchFamily="18" charset="0"/>
                <a:cs typeface="Times New Roman" panose="02020603050405020304" pitchFamily="18" charset="0"/>
              </a:rPr>
              <a:t>Mortda</a:t>
            </a:r>
            <a:r>
              <a:rPr lang="en-IN" sz="2000" dirty="0">
                <a:latin typeface="Times New Roman" panose="02020603050405020304" pitchFamily="18" charset="0"/>
                <a:cs typeface="Times New Roman" panose="02020603050405020304" pitchFamily="18" charset="0"/>
              </a:rPr>
              <a:t>, M. M. Fouda and N. A. </a:t>
            </a:r>
            <a:r>
              <a:rPr lang="en-IN" sz="2000" dirty="0" err="1">
                <a:latin typeface="Times New Roman" panose="02020603050405020304" pitchFamily="18" charset="0"/>
                <a:cs typeface="Times New Roman" panose="02020603050405020304" pitchFamily="18" charset="0"/>
              </a:rPr>
              <a:t>Lashin</a:t>
            </a:r>
            <a:r>
              <a:rPr lang="en-IN" sz="2000" dirty="0">
                <a:latin typeface="Times New Roman" panose="02020603050405020304" pitchFamily="18" charset="0"/>
                <a:cs typeface="Times New Roman" panose="02020603050405020304" pitchFamily="18" charset="0"/>
              </a:rPr>
              <a:t>, "An Efficient CNN Model to Detect Copy-Move Image </a:t>
            </a:r>
            <a:r>
              <a:rPr lang="en-IN" sz="2000" dirty="0" err="1">
                <a:latin typeface="Times New Roman" panose="02020603050405020304" pitchFamily="18" charset="0"/>
                <a:cs typeface="Times New Roman" panose="02020603050405020304" pitchFamily="18" charset="0"/>
              </a:rPr>
              <a:t>Forgery,"</a:t>
            </a:r>
            <a:r>
              <a:rPr lang="en-IN" sz="2000" i="1" dirty="0" err="1">
                <a:latin typeface="Times New Roman" panose="02020603050405020304" pitchFamily="18" charset="0"/>
                <a:cs typeface="Times New Roman" panose="02020603050405020304" pitchFamily="18" charset="0"/>
              </a:rPr>
              <a:t>in</a:t>
            </a:r>
            <a:r>
              <a:rPr lang="en-IN" sz="2000" i="1" dirty="0">
                <a:latin typeface="Times New Roman" panose="02020603050405020304" pitchFamily="18" charset="0"/>
                <a:cs typeface="Times New Roman" panose="02020603050405020304" pitchFamily="18" charset="0"/>
              </a:rPr>
              <a:t> IEEE </a:t>
            </a:r>
            <a:r>
              <a:rPr lang="en-IN" sz="2000" i="1" dirty="0" err="1">
                <a:latin typeface="Times New Roman" panose="02020603050405020304" pitchFamily="18" charset="0"/>
                <a:cs typeface="Times New Roman" panose="02020603050405020304" pitchFamily="18" charset="0"/>
              </a:rPr>
              <a:t>Access,vol</a:t>
            </a:r>
            <a:r>
              <a:rPr lang="en-IN" sz="2000" i="1" dirty="0">
                <a:latin typeface="Times New Roman" panose="02020603050405020304" pitchFamily="18" charset="0"/>
                <a:cs typeface="Times New Roman" panose="02020603050405020304" pitchFamily="18" charset="0"/>
              </a:rPr>
              <a:t>. 10, pp. 48622-48632, 2022,</a:t>
            </a:r>
          </a:p>
          <a:p>
            <a:pPr algn="just"/>
            <a:r>
              <a:rPr lang="en-IN" sz="2000" i="1" dirty="0">
                <a:latin typeface="Times New Roman" panose="02020603050405020304" pitchFamily="18" charset="0"/>
                <a:cs typeface="Times New Roman" panose="02020603050405020304" pitchFamily="18" charset="0"/>
              </a:rPr>
              <a:t>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10.1109/ACCESS.2022.3172273.</a:t>
            </a:r>
            <a:endParaRPr lang="en-IN"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[6] N. Dhiman, H. Singh and A. Thakur, "An Efficient Approach for Image Forgery Detection Using Deep Convolutional Neural Network</a:t>
            </a:r>
            <a:r>
              <a:rPr lang="en-US" sz="2000" i="1" dirty="0">
                <a:latin typeface="Times New Roman" panose="02020603050405020304" pitchFamily="18" charset="0"/>
                <a:cs typeface="Times New Roman" panose="02020603050405020304" pitchFamily="18" charset="0"/>
              </a:rPr>
              <a:t>," 2023 International Conference on Electrical, Electronics, Communication and Computers (ELEXCOM), Roorkee, India, 2023, pp. 1-5,</a:t>
            </a:r>
          </a:p>
          <a:p>
            <a:pPr algn="just"/>
            <a:r>
              <a:rPr lang="en-US" sz="2000" i="1" dirty="0" err="1">
                <a:latin typeface="Times New Roman" panose="02020603050405020304" pitchFamily="18" charset="0"/>
                <a:cs typeface="Times New Roman" panose="02020603050405020304" pitchFamily="18" charset="0"/>
              </a:rPr>
              <a:t>doi</a:t>
            </a:r>
            <a:r>
              <a:rPr lang="en-US" sz="2000" i="1" dirty="0">
                <a:latin typeface="Times New Roman" panose="02020603050405020304" pitchFamily="18" charset="0"/>
                <a:cs typeface="Times New Roman" panose="02020603050405020304" pitchFamily="18" charset="0"/>
              </a:rPr>
              <a:t>: 10.1109/ELEXCOM58812.2023.10370304.</a:t>
            </a:r>
          </a:p>
          <a:p>
            <a:pPr algn="just"/>
            <a:endParaRPr lang="en-US" sz="2000" i="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[7] M. H. </a:t>
            </a:r>
            <a:r>
              <a:rPr lang="en-IN" sz="2000" dirty="0" err="1">
                <a:latin typeface="Times New Roman" panose="02020603050405020304" pitchFamily="18" charset="0"/>
                <a:cs typeface="Times New Roman" panose="02020603050405020304" pitchFamily="18" charset="0"/>
              </a:rPr>
              <a:t>Mutar</a:t>
            </a:r>
            <a:r>
              <a:rPr lang="en-IN" sz="2000" dirty="0">
                <a:latin typeface="Times New Roman" panose="02020603050405020304" pitchFamily="18" charset="0"/>
                <a:cs typeface="Times New Roman" panose="02020603050405020304" pitchFamily="18" charset="0"/>
              </a:rPr>
              <a:t>, R. Al-</a:t>
            </a:r>
            <a:r>
              <a:rPr lang="en-IN" sz="2000" dirty="0" err="1">
                <a:latin typeface="Times New Roman" panose="02020603050405020304" pitchFamily="18" charset="0"/>
                <a:cs typeface="Times New Roman" panose="02020603050405020304" pitchFamily="18" charset="0"/>
              </a:rPr>
              <a:t>Fatlawy</a:t>
            </a:r>
            <a:r>
              <a:rPr lang="en-IN" sz="2000" dirty="0">
                <a:latin typeface="Times New Roman" panose="02020603050405020304" pitchFamily="18" charset="0"/>
                <a:cs typeface="Times New Roman" panose="02020603050405020304" pitchFamily="18" charset="0"/>
              </a:rPr>
              <a:t>, H. A. Rasool, R. R. </a:t>
            </a:r>
            <a:r>
              <a:rPr lang="en-IN" sz="2000" dirty="0" err="1">
                <a:latin typeface="Times New Roman" panose="02020603050405020304" pitchFamily="18" charset="0"/>
                <a:cs typeface="Times New Roman" panose="02020603050405020304" pitchFamily="18" charset="0"/>
              </a:rPr>
              <a:t>Ghafour</a:t>
            </a:r>
            <a:r>
              <a:rPr lang="en-IN" sz="2000" dirty="0">
                <a:latin typeface="Times New Roman" panose="02020603050405020304" pitchFamily="18" charset="0"/>
                <a:cs typeface="Times New Roman" panose="02020603050405020304" pitchFamily="18" charset="0"/>
              </a:rPr>
              <a:t>, F. H. Abbas and D. J. Hashim, "Innovative Deep Learning Solutions for Image Forgery Detection</a:t>
            </a:r>
            <a:r>
              <a:rPr lang="en-IN" sz="2000" i="1" dirty="0">
                <a:latin typeface="Times New Roman" panose="02020603050405020304" pitchFamily="18" charset="0"/>
                <a:cs typeface="Times New Roman" panose="02020603050405020304" pitchFamily="18" charset="0"/>
              </a:rPr>
              <a:t>," 2024 Asian Conference on Communication and Networks (</a:t>
            </a:r>
            <a:r>
              <a:rPr lang="en-IN" sz="2000" i="1" dirty="0" err="1">
                <a:latin typeface="Times New Roman" panose="02020603050405020304" pitchFamily="18" charset="0"/>
                <a:cs typeface="Times New Roman" panose="02020603050405020304" pitchFamily="18" charset="0"/>
              </a:rPr>
              <a:t>ASIANComNet</a:t>
            </a:r>
            <a:r>
              <a:rPr lang="en-IN" sz="2000" i="1" dirty="0">
                <a:latin typeface="Times New Roman" panose="02020603050405020304" pitchFamily="18" charset="0"/>
                <a:cs typeface="Times New Roman" panose="02020603050405020304" pitchFamily="18" charset="0"/>
              </a:rPr>
              <a:t>), Bangkok, Thailand, 2024, pp. 1-7, </a:t>
            </a:r>
          </a:p>
          <a:p>
            <a:pPr algn="just"/>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10.1109/ASIANComNet63184.2024.10811035. </a:t>
            </a:r>
          </a:p>
          <a:p>
            <a:pPr algn="just"/>
            <a:endParaRPr lang="en-IN" sz="2000" i="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[8] A. </a:t>
            </a:r>
            <a:r>
              <a:rPr lang="en-IN" sz="2000" dirty="0" err="1">
                <a:latin typeface="Times New Roman" panose="02020603050405020304" pitchFamily="18" charset="0"/>
                <a:cs typeface="Times New Roman" panose="02020603050405020304" pitchFamily="18" charset="0"/>
              </a:rPr>
              <a:t>Meepaganithage</a:t>
            </a:r>
            <a:r>
              <a:rPr lang="en-IN" sz="2000" dirty="0">
                <a:latin typeface="Times New Roman" panose="02020603050405020304" pitchFamily="18" charset="0"/>
                <a:cs typeface="Times New Roman" panose="02020603050405020304" pitchFamily="18" charset="0"/>
              </a:rPr>
              <a:t>, S. Rath, M. Nicolescu, M. Nicolescu and S. Sengupta, "Image Forgery Detection Using Convolutional Neural Networks," </a:t>
            </a:r>
            <a:r>
              <a:rPr lang="en-IN" sz="2000" i="1" dirty="0">
                <a:latin typeface="Times New Roman" panose="02020603050405020304" pitchFamily="18" charset="0"/>
                <a:cs typeface="Times New Roman" panose="02020603050405020304" pitchFamily="18" charset="0"/>
              </a:rPr>
              <a:t>2024 12th International Symposium on Digital Forensics and Security (ISDFS), San Antonio, TX, USA, 2024, pp. 1-6,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10.1109/ISDFS60797.2024.10527268. </a:t>
            </a:r>
          </a:p>
          <a:p>
            <a:pPr algn="just"/>
            <a:endParaRPr lang="en-IN" sz="20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BB39C1CB-C6A6-0FD4-347E-C4FF46858934}"/>
              </a:ext>
            </a:extLst>
          </p:cNvPr>
          <p:cNvSpPr>
            <a:spLocks noGrp="1"/>
          </p:cNvSpPr>
          <p:nvPr>
            <p:ph type="ftr" sz="quarter" idx="11"/>
          </p:nvPr>
        </p:nvSpPr>
        <p:spPr>
          <a:xfrm>
            <a:off x="4038598" y="6339957"/>
            <a:ext cx="4114800" cy="365125"/>
          </a:xfrm>
        </p:spPr>
        <p:txBody>
          <a:bodyPr/>
          <a:lstStyle/>
          <a:p>
            <a:r>
              <a:rPr lang="en-US" sz="1400" dirty="0">
                <a:latin typeface="Times New Roman" panose="02020603050405020304" pitchFamily="18" charset="0"/>
                <a:cs typeface="Times New Roman" panose="02020603050405020304" pitchFamily="18" charset="0"/>
              </a:rPr>
              <a:t>32</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5912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4359DE8-F84D-7AD1-DDE5-DA7B708F7EB0}"/>
              </a:ext>
            </a:extLst>
          </p:cNvPr>
          <p:cNvPicPr>
            <a:picLocks noChangeAspect="1"/>
          </p:cNvPicPr>
          <p:nvPr/>
        </p:nvPicPr>
        <p:blipFill>
          <a:blip r:embed="rId2"/>
          <a:stretch>
            <a:fillRect/>
          </a:stretch>
        </p:blipFill>
        <p:spPr>
          <a:xfrm>
            <a:off x="0" y="0"/>
            <a:ext cx="12192000" cy="6848608"/>
          </a:xfrm>
          <a:prstGeom prst="rect">
            <a:avLst/>
          </a:prstGeom>
        </p:spPr>
      </p:pic>
      <p:sp>
        <p:nvSpPr>
          <p:cNvPr id="9" name="TextBox 8">
            <a:extLst>
              <a:ext uri="{FF2B5EF4-FFF2-40B4-BE49-F238E27FC236}">
                <a16:creationId xmlns:a16="http://schemas.microsoft.com/office/drawing/2014/main" id="{6EAD58DC-2590-331D-33F0-551A97E52D15}"/>
              </a:ext>
            </a:extLst>
          </p:cNvPr>
          <p:cNvSpPr txBox="1"/>
          <p:nvPr/>
        </p:nvSpPr>
        <p:spPr>
          <a:xfrm>
            <a:off x="1224116" y="4232787"/>
            <a:ext cx="5250426" cy="1323439"/>
          </a:xfrm>
          <a:prstGeom prst="rect">
            <a:avLst/>
          </a:prstGeom>
          <a:noFill/>
        </p:spPr>
        <p:txBody>
          <a:bodyPr wrap="square" rtlCol="0">
            <a:spAutoFit/>
          </a:bodyPr>
          <a:lstStyle/>
          <a:p>
            <a:r>
              <a:rPr lang="en-US" sz="8000" dirty="0">
                <a:solidFill>
                  <a:schemeClr val="bg1"/>
                </a:solidFill>
                <a:latin typeface="Times New Roman" panose="02020603050405020304" pitchFamily="18" charset="0"/>
                <a:cs typeface="Times New Roman" panose="02020603050405020304" pitchFamily="18" charset="0"/>
              </a:rPr>
              <a:t>Thank You</a:t>
            </a:r>
            <a:endParaRPr lang="en-IN" sz="80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D18341F-AE31-CE89-C561-81C55C860A11}"/>
              </a:ext>
            </a:extLst>
          </p:cNvPr>
          <p:cNvSpPr txBox="1"/>
          <p:nvPr/>
        </p:nvSpPr>
        <p:spPr>
          <a:xfrm>
            <a:off x="117987" y="6412695"/>
            <a:ext cx="12477135" cy="584775"/>
          </a:xfrm>
          <a:prstGeom prst="rect">
            <a:avLst/>
          </a:prstGeom>
          <a:noFill/>
        </p:spPr>
        <p:txBody>
          <a:bodyPr wrap="square">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Department of </a:t>
            </a:r>
            <a:r>
              <a:rPr lang="en-IN" sz="1600" dirty="0">
                <a:solidFill>
                  <a:schemeClr val="bg1"/>
                </a:solidFill>
                <a:latin typeface="Times New Roman" panose="02020603050405020304" pitchFamily="18" charset="0"/>
                <a:cs typeface="Times New Roman" panose="02020603050405020304" pitchFamily="18" charset="0"/>
              </a:rPr>
              <a:t>ECE,TEC 									  </a:t>
            </a:r>
            <a:r>
              <a:rPr lang="en-IN" sz="1600" cap="none" dirty="0">
                <a:solidFill>
                  <a:schemeClr val="bg1"/>
                </a:solidFill>
                <a:latin typeface="Times New Roman" panose="02020603050405020304" pitchFamily="18" charset="0"/>
                <a:cs typeface="Times New Roman" panose="02020603050405020304" pitchFamily="18" charset="0"/>
              </a:rPr>
              <a:t>										</a:t>
            </a:r>
          </a:p>
        </p:txBody>
      </p:sp>
      <p:sp>
        <p:nvSpPr>
          <p:cNvPr id="2" name="Footer Placeholder 1">
            <a:extLst>
              <a:ext uri="{FF2B5EF4-FFF2-40B4-BE49-F238E27FC236}">
                <a16:creationId xmlns:a16="http://schemas.microsoft.com/office/drawing/2014/main" id="{65E853BE-9ADC-FED7-6169-E4F816D802F4}"/>
              </a:ext>
            </a:extLst>
          </p:cNvPr>
          <p:cNvSpPr>
            <a:spLocks noGrp="1"/>
          </p:cNvSpPr>
          <p:nvPr>
            <p:ph type="ftr" sz="quarter" idx="11"/>
          </p:nvPr>
        </p:nvSpPr>
        <p:spPr/>
        <p:txBody>
          <a:bodyPr/>
          <a:lstStyle/>
          <a:p>
            <a:r>
              <a:rPr lang="en-US" sz="1400" dirty="0">
                <a:solidFill>
                  <a:schemeClr val="bg1"/>
                </a:solidFill>
                <a:latin typeface="Times New Roman" panose="02020603050405020304" pitchFamily="18" charset="0"/>
                <a:cs typeface="Times New Roman" panose="02020603050405020304" pitchFamily="18" charset="0"/>
              </a:rPr>
              <a:t>33</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2537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1573</TotalTime>
  <Words>4158</Words>
  <Application>Microsoft Office PowerPoint</Application>
  <PresentationFormat>Widescreen</PresentationFormat>
  <Paragraphs>401</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Times New Roman</vt:lpstr>
      <vt:lpstr>Wingdings</vt:lpstr>
      <vt:lpstr>Office Theme</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Doredla Bhuvan Kumar</cp:lastModifiedBy>
  <cp:revision>22</cp:revision>
  <dcterms:created xsi:type="dcterms:W3CDTF">2025-08-02T10:56:38Z</dcterms:created>
  <dcterms:modified xsi:type="dcterms:W3CDTF">2026-04-07T04:32:02Z</dcterms:modified>
</cp:coreProperties>
</file>